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EBDF0-3931-ACF3-7FB1-F5A30F3D3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762751-8B6F-51E7-3EE3-915C51E57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A29CFE-FF8A-5233-45C0-3E798C0F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9A05AB-5656-12F9-1147-79CD95C8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9B8D4-F9F8-2AB0-3A88-B3DA3D99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483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A49D5F-FCC8-530E-86AF-C758C3FF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6F8502-F8BE-2322-0211-8A1D56899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70FE05-2C84-B72F-4935-95EDE4716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0A73FE-70D2-E55C-1CD0-9823740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029B72-0B73-E34B-588F-07C79314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781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04D9A-CEE1-6E99-17DD-4BB715006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E9AD6A-D18A-1D25-AE8C-F076E9128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86CFF1-D8BC-3DBB-0BA7-3B2033051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12EF95-1B0E-A305-F963-030F97DE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E35F9D-6EC7-0CC8-0079-817E25BB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59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985029-ECC4-350F-7769-23B41BFFA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D674FD-1F20-CA44-47A7-70506D3F7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A75903-C8A1-33BC-FF65-B84E20423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D173CD-F9A1-6ED1-F552-61C026DCC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6CDE70-3A28-0DF8-5AC2-B72FFCAE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C56E53-448D-A712-AA7C-498102DDB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228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35215-5E2A-2DD2-F3FC-B740C606E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E54AE1-536C-2502-6946-249231AD2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404C07-8D18-DAF1-FDF4-85588A774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A22AADF-84A3-50F2-3D48-EAFFBAB34D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F26862E-E948-A827-D1D3-1A097E9801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1C4B06-A699-E3EE-C11E-290C5954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4456AA-BC29-7FF8-10A1-F7827F436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AF27B4-5D38-C1BA-BED2-5D09EEC3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256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1FC6D-2039-A37F-E65B-FB3C54E8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01519E0-2EF1-AF94-56E7-FC9166BB6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C5EBC18-9DAE-607E-FEAD-2809E0BF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79F5D5-2F2A-9777-EDEE-B3C8165E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2832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BDAD81-83D7-5250-A4FB-E57566BB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193662-EB67-67A1-A464-099CEE8D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4442CE-2245-18B9-1E72-25B23D0F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278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D0CC6-8B1A-E763-1F03-A7EF63286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54CD6F-BA3A-C91C-9524-65725DF4E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BB1DBF-6D89-AC8F-6620-CD04BBE3B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8DE54F-8F1E-7103-4B4A-C22C3C5F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D7069A-1447-E4D1-BCF8-CA071AE00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089169-3483-8564-8B76-27DA06F2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873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074F68-8EDE-2322-4E67-270064CD5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ECC15D-CB96-BD0A-C842-131D5748C7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0D45D2-B16E-F9EB-B3A3-E96AA881A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D0F262-64AE-80CD-5833-7CF2B3DF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2849DA-DE93-CF53-00DD-178A763E2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09801D-9594-7493-EA7D-83A55287F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90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1AA661-9EF1-2901-000E-BFBAD9E7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D663B9-5888-E103-8583-232596611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658792-7B8B-8777-685F-F10D8C17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3AB72F-FBB6-98CC-7F0E-ED143F95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A15126-BF3F-97A2-9080-E85FEE04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921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0C9C22-CECB-8851-0620-DDAE1C725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C83E9C-A3DE-4C11-4AD0-CE8143B8E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49B52F-D17C-1F71-D89A-F81805BA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D40644-90DF-8D18-7715-1C09AC91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6DC68B-CB06-9E15-2F75-C87404F3F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81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79C5A3-EA67-B57F-20A7-42E651D48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02F5AD-6149-4F37-BFBD-DED58D471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19E32C-8A27-4294-8A63-664E74CF62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2D1C54-DC52-411C-8F0C-ADC307498625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F7218-137D-CD2A-C2F3-B45AD6C60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6E20F-42CA-5C2F-1941-2F195CB69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ED9D06-D533-467D-8314-DBDF4291AE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6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4" baseType="lpstr">
      <vt:lpstr>等线</vt:lpstr>
      <vt:lpstr>等线 Light</vt:lpstr>
      <vt:lpstr>Arial</vt:lpstr>
      <vt:lpstr>Office 主题​​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俊涛 王</dc:creator>
  <cp:lastModifiedBy>俊涛 王</cp:lastModifiedBy>
  <cp:revision>1</cp:revision>
  <dcterms:created xsi:type="dcterms:W3CDTF">2024-05-18T12:02:34Z</dcterms:created>
  <dcterms:modified xsi:type="dcterms:W3CDTF">2024-05-18T12:02:34Z</dcterms:modified>
</cp:coreProperties>
</file>