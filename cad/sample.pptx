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40" userDrawn="1">
          <p15:clr>
            <a:srgbClr val="A4A3A4"/>
          </p15:clr>
        </p15:guide>
        <p15:guide id="2" orient="horz" pos="3896" userDrawn="1">
          <p15:clr>
            <a:srgbClr val="A4A3A4"/>
          </p15:clr>
        </p15:guide>
        <p15:guide id="3" pos="536" userDrawn="1">
          <p15:clr>
            <a:srgbClr val="A4A3A4"/>
          </p15:clr>
        </p15:guide>
        <p15:guide id="4" pos="7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4584" y="1380"/>
      </p:cViewPr>
      <p:guideLst>
        <p:guide orient="horz" pos="840"/>
        <p:guide orient="horz" pos="3896"/>
        <p:guide pos="536"/>
        <p:guide pos="7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08F909FB-B0C3-BF23-92D7-BCAB2AD005DD}"/>
              </a:ext>
            </a:extLst>
          </p:cNvPr>
          <p:cNvCxnSpPr/>
          <p:nvPr/>
        </p:nvCxnSpPr>
        <p:spPr>
          <a:xfrm>
            <a:off x="-7155543" y="-6467278"/>
            <a:ext cx="595086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D2DC39DA-502B-56A4-700E-B80CA5D7B331}"/>
              </a:ext>
            </a:extLst>
          </p:cNvPr>
          <p:cNvCxnSpPr/>
          <p:nvPr/>
        </p:nvCxnSpPr>
        <p:spPr>
          <a:xfrm>
            <a:off x="-7155543" y="-5815629"/>
            <a:ext cx="595086" cy="0"/>
          </a:xfrm>
          <a:prstGeom prst="line">
            <a:avLst/>
          </a:prstGeom>
          <a:ln w="444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978FAD80-6D7B-86F8-C263-3BA0BBB461F2}"/>
              </a:ext>
            </a:extLst>
          </p:cNvPr>
          <p:cNvCxnSpPr/>
          <p:nvPr/>
        </p:nvCxnSpPr>
        <p:spPr>
          <a:xfrm>
            <a:off x="-7155543" y="-5107319"/>
            <a:ext cx="595086" cy="0"/>
          </a:xfrm>
          <a:prstGeom prst="line">
            <a:avLst/>
          </a:prstGeom>
          <a:ln w="444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69DBF357-F32C-0374-4EE4-4D0109148116}"/>
              </a:ext>
            </a:extLst>
          </p:cNvPr>
          <p:cNvCxnSpPr/>
          <p:nvPr/>
        </p:nvCxnSpPr>
        <p:spPr>
          <a:xfrm>
            <a:off x="-7155543" y="-4321804"/>
            <a:ext cx="595086" cy="0"/>
          </a:xfrm>
          <a:prstGeom prst="line">
            <a:avLst/>
          </a:prstGeom>
          <a:ln w="444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24907D8-2585-0272-F499-430B10C4C13B}"/>
              </a:ext>
            </a:extLst>
          </p:cNvPr>
          <p:cNvCxnSpPr/>
          <p:nvPr/>
        </p:nvCxnSpPr>
        <p:spPr>
          <a:xfrm>
            <a:off x="-7155543" y="-3670155"/>
            <a:ext cx="595086" cy="0"/>
          </a:xfrm>
          <a:prstGeom prst="line">
            <a:avLst/>
          </a:prstGeom>
          <a:ln w="444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F9307F99-F235-2F92-FB3C-514741CEA341}"/>
              </a:ext>
            </a:extLst>
          </p:cNvPr>
          <p:cNvCxnSpPr/>
          <p:nvPr/>
        </p:nvCxnSpPr>
        <p:spPr>
          <a:xfrm>
            <a:off x="-7155543" y="-2961845"/>
            <a:ext cx="595086" cy="0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6E61D92A-6DBE-0CAD-87C9-462E2C1847AA}"/>
              </a:ext>
            </a:extLst>
          </p:cNvPr>
          <p:cNvSpPr txBox="1"/>
          <p:nvPr/>
        </p:nvSpPr>
        <p:spPr>
          <a:xfrm>
            <a:off x="-5475164" y="-6698110"/>
            <a:ext cx="2149627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  <a:alpha val="50000"/>
                  </a:prstClr>
                </a:solidFill>
                <a:effectLst/>
                <a:uLnTx/>
                <a:uFillTx/>
                <a:latin typeface="Hanson" pitchFamily="2" charset="0"/>
                <a:ea typeface="Noto Sans SC Black" panose="020B0200000000000000" pitchFamily="34" charset="-122"/>
                <a:sym typeface="HarmonyOS Sans SC Thin" panose="00000200000000000000" pitchFamily="2" charset="-122"/>
              </a:rPr>
              <a:t>English1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  <a:alpha val="50000"/>
                </a:prstClr>
              </a:solidFill>
              <a:effectLst/>
              <a:uLnTx/>
              <a:uFillTx/>
              <a:latin typeface="Hanson" pitchFamily="2" charset="0"/>
              <a:ea typeface="Noto Sans SC Black" panose="020B0200000000000000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6EC06FF-C3B7-8298-6CFB-C750DE140F1E}"/>
              </a:ext>
            </a:extLst>
          </p:cNvPr>
          <p:cNvSpPr txBox="1"/>
          <p:nvPr/>
        </p:nvSpPr>
        <p:spPr>
          <a:xfrm>
            <a:off x="-5475164" y="-5950857"/>
            <a:ext cx="2200924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C00000">
                    <a:alpha val="50000"/>
                  </a:srgbClr>
                </a:solidFill>
                <a:effectLst/>
                <a:uLnTx/>
                <a:uFillTx/>
                <a:latin typeface="Hanson" pitchFamily="2" charset="0"/>
                <a:ea typeface="Noto Sans SC Black" panose="020B0200000000000000" pitchFamily="34" charset="-122"/>
                <a:sym typeface="HarmonyOS Sans SC Thin" panose="00000200000000000000" pitchFamily="2" charset="-122"/>
              </a:rPr>
              <a:t>English2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C00000">
                  <a:alpha val="50000"/>
                </a:srgbClr>
              </a:solidFill>
              <a:effectLst/>
              <a:uLnTx/>
              <a:uFillTx/>
              <a:latin typeface="Hanson" pitchFamily="2" charset="0"/>
              <a:ea typeface="Noto Sans SC Black" panose="020B0200000000000000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778309F-E8F4-38AE-BFD9-5F6DBE56C956}"/>
              </a:ext>
            </a:extLst>
          </p:cNvPr>
          <p:cNvSpPr txBox="1"/>
          <p:nvPr/>
        </p:nvSpPr>
        <p:spPr>
          <a:xfrm>
            <a:off x="-5475164" y="-5203604"/>
            <a:ext cx="2204130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FFC000">
                    <a:alpha val="50000"/>
                  </a:srgbClr>
                </a:solidFill>
                <a:effectLst/>
                <a:uLnTx/>
                <a:uFillTx/>
                <a:latin typeface="Hanson" pitchFamily="2" charset="0"/>
                <a:ea typeface="Noto Sans SC Black" panose="020B0200000000000000" pitchFamily="34" charset="-122"/>
                <a:sym typeface="HarmonyOS Sans SC Thin" panose="00000200000000000000" pitchFamily="2" charset="-122"/>
              </a:rPr>
              <a:t>English3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FFC000">
                  <a:alpha val="50000"/>
                </a:srgbClr>
              </a:solidFill>
              <a:effectLst/>
              <a:uLnTx/>
              <a:uFillTx/>
              <a:latin typeface="Hanson" pitchFamily="2" charset="0"/>
              <a:ea typeface="Noto Sans SC Black" panose="020B0200000000000000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F80D37F-D08A-2B6F-6E58-44EF4CB44FFC}"/>
              </a:ext>
            </a:extLst>
          </p:cNvPr>
          <p:cNvSpPr txBox="1"/>
          <p:nvPr/>
        </p:nvSpPr>
        <p:spPr>
          <a:xfrm>
            <a:off x="-5475164" y="-4456351"/>
            <a:ext cx="2220160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50000"/>
                  </a:srgbClr>
                </a:solidFill>
                <a:effectLst/>
                <a:uLnTx/>
                <a:uFillTx/>
                <a:latin typeface="Hanson" pitchFamily="2" charset="0"/>
                <a:ea typeface="Noto Sans SC Black" panose="020B0200000000000000" pitchFamily="34" charset="-122"/>
                <a:sym typeface="HarmonyOS Sans SC Thin" panose="00000200000000000000" pitchFamily="2" charset="-122"/>
              </a:rPr>
              <a:t>English4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92D050">
                  <a:alpha val="50000"/>
                </a:srgbClr>
              </a:solidFill>
              <a:effectLst/>
              <a:uLnTx/>
              <a:uFillTx/>
              <a:latin typeface="Hanson" pitchFamily="2" charset="0"/>
              <a:ea typeface="Noto Sans SC Black" panose="020B0200000000000000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BAA8833-1EC7-6AF7-7EA4-09EEE4B445B5}"/>
              </a:ext>
            </a:extLst>
          </p:cNvPr>
          <p:cNvSpPr txBox="1"/>
          <p:nvPr/>
        </p:nvSpPr>
        <p:spPr>
          <a:xfrm>
            <a:off x="-5475164" y="-3709098"/>
            <a:ext cx="2199320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50000"/>
                  </a:srgbClr>
                </a:solidFill>
                <a:effectLst/>
                <a:uLnTx/>
                <a:uFillTx/>
                <a:latin typeface="Hanson" pitchFamily="2" charset="0"/>
                <a:ea typeface="Noto Sans SC Black" panose="020B0200000000000000" pitchFamily="34" charset="-122"/>
                <a:sym typeface="HarmonyOS Sans SC Thin" panose="00000200000000000000" pitchFamily="2" charset="-122"/>
              </a:rPr>
              <a:t>English5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00B0F0">
                  <a:alpha val="50000"/>
                </a:srgbClr>
              </a:solidFill>
              <a:effectLst/>
              <a:uLnTx/>
              <a:uFillTx/>
              <a:latin typeface="Hanson" pitchFamily="2" charset="0"/>
              <a:ea typeface="Noto Sans SC Black" panose="020B0200000000000000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679FE5E-D2EA-31C9-9E64-809946C05676}"/>
              </a:ext>
            </a:extLst>
          </p:cNvPr>
          <p:cNvSpPr txBox="1"/>
          <p:nvPr/>
        </p:nvSpPr>
        <p:spPr>
          <a:xfrm>
            <a:off x="-5475164" y="-2961845"/>
            <a:ext cx="2212144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50000"/>
                  </a:srgbClr>
                </a:solidFill>
                <a:effectLst/>
                <a:uLnTx/>
                <a:uFillTx/>
                <a:latin typeface="Hanson" pitchFamily="2" charset="0"/>
                <a:ea typeface="Noto Sans SC Black" panose="020B0200000000000000" pitchFamily="34" charset="-122"/>
                <a:sym typeface="HarmonyOS Sans SC Thin" panose="00000200000000000000" pitchFamily="2" charset="-122"/>
              </a:rPr>
              <a:t>English6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7030A0">
                  <a:alpha val="50000"/>
                </a:srgbClr>
              </a:solidFill>
              <a:effectLst/>
              <a:uLnTx/>
              <a:uFillTx/>
              <a:latin typeface="Hanson" pitchFamily="2" charset="0"/>
              <a:ea typeface="Noto Sans SC Black" panose="020B0200000000000000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66189CF-A56B-BAB2-3564-662F9E040D8A}"/>
              </a:ext>
            </a:extLst>
          </p:cNvPr>
          <p:cNvSpPr txBox="1"/>
          <p:nvPr/>
        </p:nvSpPr>
        <p:spPr>
          <a:xfrm>
            <a:off x="-2512755" y="-6698110"/>
            <a:ext cx="472245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Gilroy Black" panose="00000A00000000000000" pitchFamily="2" charset="0"/>
                <a:ea typeface="微软雅黑" panose="020B0503020204020204" pitchFamily="34" charset="-122"/>
                <a:sym typeface="HarmonyOS Sans SC Thin" panose="00000200000000000000" pitchFamily="2" charset="-122"/>
              </a:rPr>
              <a:t>111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Gilroy Black" panose="00000A00000000000000" pitchFamily="2" charset="0"/>
              <a:ea typeface="微软雅黑" panose="020B0503020204020204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3D75E46-5278-A71D-1F53-4F39937312F4}"/>
              </a:ext>
            </a:extLst>
          </p:cNvPr>
          <p:cNvSpPr txBox="1"/>
          <p:nvPr/>
        </p:nvSpPr>
        <p:spPr>
          <a:xfrm>
            <a:off x="-2512755" y="-5950857"/>
            <a:ext cx="620363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roy Black" panose="00000A00000000000000" pitchFamily="2" charset="0"/>
                <a:ea typeface="微软雅黑" panose="020B0503020204020204" pitchFamily="34" charset="-122"/>
                <a:sym typeface="HarmonyOS Sans SC Thin" panose="00000200000000000000" pitchFamily="2" charset="-122"/>
              </a:rPr>
              <a:t>222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Gilroy Black" panose="00000A00000000000000" pitchFamily="2" charset="0"/>
              <a:ea typeface="微软雅黑" panose="020B0503020204020204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6D33866-1F51-4054-1C98-18B5E926E59C}"/>
              </a:ext>
            </a:extLst>
          </p:cNvPr>
          <p:cNvSpPr txBox="1"/>
          <p:nvPr/>
        </p:nvSpPr>
        <p:spPr>
          <a:xfrm>
            <a:off x="-2512755" y="-5203604"/>
            <a:ext cx="627095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Gilroy Black" panose="00000A00000000000000" pitchFamily="2" charset="0"/>
                <a:ea typeface="微软雅黑" panose="020B0503020204020204" pitchFamily="34" charset="-122"/>
                <a:sym typeface="HarmonyOS Sans SC Thin" panose="00000200000000000000" pitchFamily="2" charset="-122"/>
              </a:rPr>
              <a:t>333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Gilroy Black" panose="00000A00000000000000" pitchFamily="2" charset="0"/>
              <a:ea typeface="微软雅黑" panose="020B0503020204020204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2BF31DE-3597-01AD-E848-353EC0C4017E}"/>
              </a:ext>
            </a:extLst>
          </p:cNvPr>
          <p:cNvSpPr txBox="1"/>
          <p:nvPr/>
        </p:nvSpPr>
        <p:spPr>
          <a:xfrm>
            <a:off x="-2512755" y="-4456351"/>
            <a:ext cx="678071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Gilroy Black" panose="00000A00000000000000" pitchFamily="2" charset="0"/>
                <a:ea typeface="微软雅黑" panose="020B0503020204020204" pitchFamily="34" charset="-122"/>
                <a:sym typeface="HarmonyOS Sans SC Thin" panose="00000200000000000000" pitchFamily="2" charset="-122"/>
              </a:rPr>
              <a:t>444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Gilroy Black" panose="00000A00000000000000" pitchFamily="2" charset="0"/>
              <a:ea typeface="微软雅黑" panose="020B0503020204020204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87539F3-E7DF-57F1-5D86-CBDFCE3888D1}"/>
              </a:ext>
            </a:extLst>
          </p:cNvPr>
          <p:cNvSpPr txBox="1"/>
          <p:nvPr/>
        </p:nvSpPr>
        <p:spPr>
          <a:xfrm>
            <a:off x="-2512755" y="-3709098"/>
            <a:ext cx="627095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Gilroy Black" panose="00000A00000000000000" pitchFamily="2" charset="0"/>
                <a:ea typeface="微软雅黑" panose="020B0503020204020204" pitchFamily="34" charset="-122"/>
                <a:sym typeface="HarmonyOS Sans SC Thin" panose="00000200000000000000" pitchFamily="2" charset="-122"/>
              </a:rPr>
              <a:t>555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Gilroy Black" panose="00000A00000000000000" pitchFamily="2" charset="0"/>
              <a:ea typeface="微软雅黑" panose="020B0503020204020204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9DFC120-0F3E-DDEB-DDF5-3C3585D3FC4B}"/>
              </a:ext>
            </a:extLst>
          </p:cNvPr>
          <p:cNvSpPr txBox="1"/>
          <p:nvPr/>
        </p:nvSpPr>
        <p:spPr>
          <a:xfrm>
            <a:off x="-2512755" y="-2961845"/>
            <a:ext cx="644407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ilroy Black" panose="00000A00000000000000" pitchFamily="2" charset="0"/>
                <a:ea typeface="微软雅黑" panose="020B0503020204020204" pitchFamily="34" charset="-122"/>
                <a:sym typeface="HarmonyOS Sans SC Thin" panose="00000200000000000000" pitchFamily="2" charset="-122"/>
              </a:rPr>
              <a:t>666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Gilroy Black" panose="00000A00000000000000" pitchFamily="2" charset="0"/>
              <a:ea typeface="微软雅黑" panose="020B0503020204020204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20" name="library_shape6">
            <a:extLst>
              <a:ext uri="{FF2B5EF4-FFF2-40B4-BE49-F238E27FC236}">
                <a16:creationId xmlns:a16="http://schemas.microsoft.com/office/drawing/2014/main" id="{8AA32B88-FFC1-C643-A4AD-0B9654EED6AA}"/>
              </a:ext>
            </a:extLst>
          </p:cNvPr>
          <p:cNvSpPr/>
          <p:nvPr/>
        </p:nvSpPr>
        <p:spPr>
          <a:xfrm>
            <a:off x="-8752113" y="-3057449"/>
            <a:ext cx="827314" cy="461665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library_shape5">
            <a:extLst>
              <a:ext uri="{FF2B5EF4-FFF2-40B4-BE49-F238E27FC236}">
                <a16:creationId xmlns:a16="http://schemas.microsoft.com/office/drawing/2014/main" id="{C4FB27A8-2180-072C-CE98-CE70FC25BC16}"/>
              </a:ext>
            </a:extLst>
          </p:cNvPr>
          <p:cNvSpPr/>
          <p:nvPr/>
        </p:nvSpPr>
        <p:spPr>
          <a:xfrm>
            <a:off x="-8752113" y="-3804702"/>
            <a:ext cx="827314" cy="46166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library_shape4">
            <a:extLst>
              <a:ext uri="{FF2B5EF4-FFF2-40B4-BE49-F238E27FC236}">
                <a16:creationId xmlns:a16="http://schemas.microsoft.com/office/drawing/2014/main" id="{8C7B2ECC-A477-CED4-C77F-1924BB05694A}"/>
              </a:ext>
            </a:extLst>
          </p:cNvPr>
          <p:cNvSpPr/>
          <p:nvPr/>
        </p:nvSpPr>
        <p:spPr>
          <a:xfrm>
            <a:off x="-8752113" y="-4617502"/>
            <a:ext cx="827314" cy="461665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library_shape3">
            <a:extLst>
              <a:ext uri="{FF2B5EF4-FFF2-40B4-BE49-F238E27FC236}">
                <a16:creationId xmlns:a16="http://schemas.microsoft.com/office/drawing/2014/main" id="{129B9CFB-A9BA-B118-9CF0-C36740EB1C80}"/>
              </a:ext>
            </a:extLst>
          </p:cNvPr>
          <p:cNvSpPr/>
          <p:nvPr/>
        </p:nvSpPr>
        <p:spPr>
          <a:xfrm>
            <a:off x="-8752113" y="-5299208"/>
            <a:ext cx="827314" cy="46166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library_shape2">
            <a:extLst>
              <a:ext uri="{FF2B5EF4-FFF2-40B4-BE49-F238E27FC236}">
                <a16:creationId xmlns:a16="http://schemas.microsoft.com/office/drawing/2014/main" id="{EC65E4F0-50C4-BC09-BF9F-4DDD713273F9}"/>
              </a:ext>
            </a:extLst>
          </p:cNvPr>
          <p:cNvSpPr/>
          <p:nvPr/>
        </p:nvSpPr>
        <p:spPr>
          <a:xfrm>
            <a:off x="-8752113" y="-6046461"/>
            <a:ext cx="827314" cy="461665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library_shape1">
            <a:extLst>
              <a:ext uri="{FF2B5EF4-FFF2-40B4-BE49-F238E27FC236}">
                <a16:creationId xmlns:a16="http://schemas.microsoft.com/office/drawing/2014/main" id="{E76464A2-CD4D-11EC-66B3-B492151C7678}"/>
              </a:ext>
            </a:extLst>
          </p:cNvPr>
          <p:cNvSpPr/>
          <p:nvPr/>
        </p:nvSpPr>
        <p:spPr>
          <a:xfrm>
            <a:off x="-8752113" y="-6698110"/>
            <a:ext cx="827314" cy="4616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library_paragraph6">
            <a:extLst>
              <a:ext uri="{FF2B5EF4-FFF2-40B4-BE49-F238E27FC236}">
                <a16:creationId xmlns:a16="http://schemas.microsoft.com/office/drawing/2014/main" id="{93704386-7D6E-180F-4068-F2734169BD46}"/>
              </a:ext>
            </a:extLst>
          </p:cNvPr>
          <p:cNvSpPr txBox="1"/>
          <p:nvPr/>
        </p:nvSpPr>
        <p:spPr>
          <a:xfrm>
            <a:off x="-9925802" y="-2961845"/>
            <a:ext cx="530594" cy="2704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段落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6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13" name="library_paragraph5">
            <a:extLst>
              <a:ext uri="{FF2B5EF4-FFF2-40B4-BE49-F238E27FC236}">
                <a16:creationId xmlns:a16="http://schemas.microsoft.com/office/drawing/2014/main" id="{2805E2F6-8800-15E8-9734-6F27EF1E5C33}"/>
              </a:ext>
            </a:extLst>
          </p:cNvPr>
          <p:cNvSpPr txBox="1"/>
          <p:nvPr/>
        </p:nvSpPr>
        <p:spPr>
          <a:xfrm>
            <a:off x="-9925802" y="-3709098"/>
            <a:ext cx="530594" cy="2704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段落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5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12" name="library_paragraph4">
            <a:extLst>
              <a:ext uri="{FF2B5EF4-FFF2-40B4-BE49-F238E27FC236}">
                <a16:creationId xmlns:a16="http://schemas.microsoft.com/office/drawing/2014/main" id="{DE6F7025-E968-18C4-D019-F49767DC16EB}"/>
              </a:ext>
            </a:extLst>
          </p:cNvPr>
          <p:cNvSpPr txBox="1"/>
          <p:nvPr/>
        </p:nvSpPr>
        <p:spPr>
          <a:xfrm>
            <a:off x="-9925802" y="-4456351"/>
            <a:ext cx="530594" cy="2704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段落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4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11" name="library_paragraph3">
            <a:extLst>
              <a:ext uri="{FF2B5EF4-FFF2-40B4-BE49-F238E27FC236}">
                <a16:creationId xmlns:a16="http://schemas.microsoft.com/office/drawing/2014/main" id="{60FA4FD8-BF7B-0EAD-3B26-24F7398D4F35}"/>
              </a:ext>
            </a:extLst>
          </p:cNvPr>
          <p:cNvSpPr txBox="1"/>
          <p:nvPr/>
        </p:nvSpPr>
        <p:spPr>
          <a:xfrm>
            <a:off x="-9925802" y="-5203604"/>
            <a:ext cx="530594" cy="2704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段落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3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10" name="library_paragraph2">
            <a:extLst>
              <a:ext uri="{FF2B5EF4-FFF2-40B4-BE49-F238E27FC236}">
                <a16:creationId xmlns:a16="http://schemas.microsoft.com/office/drawing/2014/main" id="{71873BF5-C488-8794-0568-10DF3586CCD8}"/>
              </a:ext>
            </a:extLst>
          </p:cNvPr>
          <p:cNvSpPr txBox="1"/>
          <p:nvPr/>
        </p:nvSpPr>
        <p:spPr>
          <a:xfrm>
            <a:off x="-9925802" y="-5950857"/>
            <a:ext cx="530594" cy="2704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段落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2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9" name="library_paragraph1">
            <a:extLst>
              <a:ext uri="{FF2B5EF4-FFF2-40B4-BE49-F238E27FC236}">
                <a16:creationId xmlns:a16="http://schemas.microsoft.com/office/drawing/2014/main" id="{C84A7ED5-FD5F-4BB4-F58B-D8F16BFB048A}"/>
              </a:ext>
            </a:extLst>
          </p:cNvPr>
          <p:cNvSpPr txBox="1"/>
          <p:nvPr/>
        </p:nvSpPr>
        <p:spPr>
          <a:xfrm>
            <a:off x="-9925802" y="-6698110"/>
            <a:ext cx="530594" cy="2704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段落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1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8" name="library_title6">
            <a:extLst>
              <a:ext uri="{FF2B5EF4-FFF2-40B4-BE49-F238E27FC236}">
                <a16:creationId xmlns:a16="http://schemas.microsoft.com/office/drawing/2014/main" id="{55654888-BADE-66D3-3213-1B00405ABD75}"/>
              </a:ext>
            </a:extLst>
          </p:cNvPr>
          <p:cNvSpPr txBox="1"/>
          <p:nvPr/>
        </p:nvSpPr>
        <p:spPr>
          <a:xfrm>
            <a:off x="-11556649" y="-2961845"/>
            <a:ext cx="995465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标题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6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7" name="library_title5">
            <a:extLst>
              <a:ext uri="{FF2B5EF4-FFF2-40B4-BE49-F238E27FC236}">
                <a16:creationId xmlns:a16="http://schemas.microsoft.com/office/drawing/2014/main" id="{6196EBA5-0B60-0CD8-A00C-49F9FF9DAC9D}"/>
              </a:ext>
            </a:extLst>
          </p:cNvPr>
          <p:cNvSpPr txBox="1"/>
          <p:nvPr/>
        </p:nvSpPr>
        <p:spPr>
          <a:xfrm>
            <a:off x="-11556649" y="-3709098"/>
            <a:ext cx="995465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标题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5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6" name="library_title4">
            <a:extLst>
              <a:ext uri="{FF2B5EF4-FFF2-40B4-BE49-F238E27FC236}">
                <a16:creationId xmlns:a16="http://schemas.microsoft.com/office/drawing/2014/main" id="{F5B0A18A-61F9-D07C-93C7-32238EFE4AB9}"/>
              </a:ext>
            </a:extLst>
          </p:cNvPr>
          <p:cNvSpPr txBox="1"/>
          <p:nvPr/>
        </p:nvSpPr>
        <p:spPr>
          <a:xfrm>
            <a:off x="-11556649" y="-4456351"/>
            <a:ext cx="995465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标题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4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5" name="library_title3">
            <a:extLst>
              <a:ext uri="{FF2B5EF4-FFF2-40B4-BE49-F238E27FC236}">
                <a16:creationId xmlns:a16="http://schemas.microsoft.com/office/drawing/2014/main" id="{199EB911-FD49-4BA1-D44D-CD516FB6B374}"/>
              </a:ext>
            </a:extLst>
          </p:cNvPr>
          <p:cNvSpPr txBox="1"/>
          <p:nvPr/>
        </p:nvSpPr>
        <p:spPr>
          <a:xfrm>
            <a:off x="-11556649" y="-5203604"/>
            <a:ext cx="995465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标题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3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4" name="library_title2">
            <a:extLst>
              <a:ext uri="{FF2B5EF4-FFF2-40B4-BE49-F238E27FC236}">
                <a16:creationId xmlns:a16="http://schemas.microsoft.com/office/drawing/2014/main" id="{F9561CC2-6CDB-AD17-9C1B-B83CEC0E6515}"/>
              </a:ext>
            </a:extLst>
          </p:cNvPr>
          <p:cNvSpPr txBox="1"/>
          <p:nvPr/>
        </p:nvSpPr>
        <p:spPr>
          <a:xfrm>
            <a:off x="-11556649" y="-5950857"/>
            <a:ext cx="995465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标题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2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 Thin" panose="00000200000000000000" pitchFamily="2" charset="-122"/>
            </a:endParaRPr>
          </a:p>
        </p:txBody>
      </p:sp>
      <p:sp>
        <p:nvSpPr>
          <p:cNvPr id="2" name="library_title1">
            <a:extLst>
              <a:ext uri="{FF2B5EF4-FFF2-40B4-BE49-F238E27FC236}">
                <a16:creationId xmlns:a16="http://schemas.microsoft.com/office/drawing/2014/main" id="{D8ABC930-AD40-72E5-532D-A37AE1EC932B}"/>
              </a:ext>
            </a:extLst>
          </p:cNvPr>
          <p:cNvSpPr txBox="1"/>
          <p:nvPr/>
        </p:nvSpPr>
        <p:spPr>
          <a:xfrm>
            <a:off x="-11556649" y="-6698110"/>
            <a:ext cx="995465" cy="46166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标题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armonyOS Sans SC Thin" panose="00000200000000000000" pitchFamily="2" charset="-122"/>
              </a:rPr>
              <a:t>1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armonyOS Sans SC Thin" panose="000002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55110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">
            <a:extLst>
              <a:ext uri="{FF2B5EF4-FFF2-40B4-BE49-F238E27FC236}">
                <a16:creationId xmlns:a16="http://schemas.microsoft.com/office/drawing/2014/main" id="{CDCAF8E1-0446-5265-B2EE-B5C3E8D7E2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447105" y="0"/>
            <a:ext cx="12192000" cy="68580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DEDF03-F57F-36AA-1D62-D1F5652BAE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" y="-7130994"/>
            <a:ext cx="12192000" cy="68580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64EF7D-9B74-5FBE-D91D-191F0EB57C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" y="7210336"/>
            <a:ext cx="12192000" cy="68580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矩形 2">
            <a:extLst>
              <a:ext uri="{FF2B5EF4-FFF2-40B4-BE49-F238E27FC236}">
                <a16:creationId xmlns:a16="http://schemas.microsoft.com/office/drawing/2014/main" id="{1C55ABD6-1205-3D44-5AC9-8C5E910CF0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447105" y="-7130994"/>
            <a:ext cx="12192000" cy="68580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>
              <a:latin typeface="Arial" panose="020B0604020202020204" pitchFamily="34" charset="0"/>
            </a:endParaRPr>
          </a:p>
        </p:txBody>
      </p:sp>
      <p:sp>
        <p:nvSpPr>
          <p:cNvPr id="7" name="矩形 2">
            <a:extLst>
              <a:ext uri="{FF2B5EF4-FFF2-40B4-BE49-F238E27FC236}">
                <a16:creationId xmlns:a16="http://schemas.microsoft.com/office/drawing/2014/main" id="{BB6A4D7F-D1FC-9B45-40C7-DF68C0DABD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447105" y="7210336"/>
            <a:ext cx="12192000" cy="68580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>
              <a:latin typeface="Arial" panose="020B0604020202020204" pitchFamily="34" charset="0"/>
            </a:endParaRPr>
          </a:p>
        </p:txBody>
      </p:sp>
      <p:sp>
        <p:nvSpPr>
          <p:cNvPr id="8" name="矩形 2">
            <a:extLst>
              <a:ext uri="{FF2B5EF4-FFF2-40B4-BE49-F238E27FC236}">
                <a16:creationId xmlns:a16="http://schemas.microsoft.com/office/drawing/2014/main" id="{E8A0CC80-655F-5386-A201-8425392243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447201" y="0"/>
            <a:ext cx="12192000" cy="68580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>
              <a:latin typeface="Arial" panose="020B0604020202020204" pitchFamily="34" charset="0"/>
            </a:endParaRPr>
          </a:p>
        </p:txBody>
      </p:sp>
      <p:sp>
        <p:nvSpPr>
          <p:cNvPr id="9" name="矩形 2">
            <a:extLst>
              <a:ext uri="{FF2B5EF4-FFF2-40B4-BE49-F238E27FC236}">
                <a16:creationId xmlns:a16="http://schemas.microsoft.com/office/drawing/2014/main" id="{683A59B8-2931-9AE0-B617-B580D8D64B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447201" y="-7130994"/>
            <a:ext cx="12192000" cy="68580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>
              <a:latin typeface="Arial" panose="020B0604020202020204" pitchFamily="34" charset="0"/>
            </a:endParaRPr>
          </a:p>
        </p:txBody>
      </p:sp>
      <p:sp>
        <p:nvSpPr>
          <p:cNvPr id="10" name="矩形 2">
            <a:extLst>
              <a:ext uri="{FF2B5EF4-FFF2-40B4-BE49-F238E27FC236}">
                <a16:creationId xmlns:a16="http://schemas.microsoft.com/office/drawing/2014/main" id="{0EB6D4DC-81F2-63BD-0F89-268D12732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447201" y="7210336"/>
            <a:ext cx="12192000" cy="68580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>
              <a:latin typeface="Arial" panose="020B0604020202020204" pitchFamily="34" charset="0"/>
            </a:endParaRPr>
          </a:p>
        </p:txBody>
      </p:sp>
      <p:sp>
        <p:nvSpPr>
          <p:cNvPr id="3" name="页面-上">
            <a:extLst>
              <a:ext uri="{FF2B5EF4-FFF2-40B4-BE49-F238E27FC236}">
                <a16:creationId xmlns:a16="http://schemas.microsoft.com/office/drawing/2014/main" id="{4AF16724-0060-3A4F-C1FA-7385873CD12E}"/>
              </a:ext>
            </a:extLst>
          </p:cNvPr>
          <p:cNvSpPr/>
          <p:nvPr/>
        </p:nvSpPr>
        <p:spPr>
          <a:xfrm>
            <a:off x="5778500" y="-22860000"/>
            <a:ext cx="635000" cy="635000"/>
          </a:xfrm>
          <a:prstGeom prst="ellipse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8035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tags" Target="../tags/tag29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slideLayout" Target="../slideLayouts/slideLayout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12" Type="http://schemas.openxmlformats.org/officeDocument/2006/relationships/image" Target="../media/image1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35.xml"/><Relationship Id="rId10" Type="http://schemas.openxmlformats.org/officeDocument/2006/relationships/tags" Target="../tags/tag40.xml"/><Relationship Id="rId4" Type="http://schemas.openxmlformats.org/officeDocument/2006/relationships/tags" Target="../tags/tag34.xml"/><Relationship Id="rId9" Type="http://schemas.openxmlformats.org/officeDocument/2006/relationships/tags" Target="../tags/tag3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_1">
            <a:extLst>
              <a:ext uri="{FF2B5EF4-FFF2-40B4-BE49-F238E27FC236}">
                <a16:creationId xmlns:a16="http://schemas.microsoft.com/office/drawing/2014/main" id="{7523F263-D600-4DC2-F4C8-E49EE513C9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1"/>
            </p:custDataLst>
          </p:nvPr>
        </p:nvSpPr>
        <p:spPr>
          <a:xfrm>
            <a:off x="0" y="1"/>
            <a:ext cx="2203891" cy="900287"/>
          </a:xfrm>
          <a:prstGeom prst="rect">
            <a:avLst/>
          </a:prstGeom>
          <a:solidFill>
            <a:schemeClr val="accent1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sz="1400">
              <a:solidFill>
                <a:schemeClr val="bg1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85" name="placeholder_1">
            <a:extLst>
              <a:ext uri="{FF2B5EF4-FFF2-40B4-BE49-F238E27FC236}">
                <a16:creationId xmlns:a16="http://schemas.microsoft.com/office/drawing/2014/main" id="{395B9373-1434-966C-0D71-57C6B0E517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2"/>
            </p:custDataLst>
          </p:nvPr>
        </p:nvSpPr>
        <p:spPr>
          <a:xfrm>
            <a:off x="0" y="1191544"/>
            <a:ext cx="2203891" cy="900287"/>
          </a:xfrm>
          <a:prstGeom prst="rect">
            <a:avLst/>
          </a:prstGeom>
          <a:gradFill>
            <a:gsLst>
              <a:gs pos="4000">
                <a:schemeClr val="accent1">
                  <a:lumMod val="60000"/>
                  <a:lumOff val="40000"/>
                </a:schemeClr>
              </a:gs>
              <a:gs pos="63000">
                <a:schemeClr val="accent1"/>
              </a:gs>
            </a:gsLst>
            <a:path path="circle">
              <a:fillToRect l="100000" b="100000"/>
            </a:path>
          </a:gradFill>
          <a:ln w="12700" cap="rnd">
            <a:noFill/>
            <a:prstDash val="solid"/>
            <a:round/>
          </a:ln>
          <a:effectLst>
            <a:outerShdw blurRad="63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sz="2400">
              <a:solidFill>
                <a:schemeClr val="bg1"/>
              </a:solidFill>
              <a:ea typeface="OPPOSans B" panose="00020600040101010101" pitchFamily="18" charset="-122"/>
            </a:endParaRPr>
          </a:p>
        </p:txBody>
      </p:sp>
      <p:sp>
        <p:nvSpPr>
          <p:cNvPr id="86" name="placeholder_1">
            <a:extLst>
              <a:ext uri="{FF2B5EF4-FFF2-40B4-BE49-F238E27FC236}">
                <a16:creationId xmlns:a16="http://schemas.microsoft.com/office/drawing/2014/main" id="{B4FA58BE-E3BB-7B30-C104-5249F48157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3"/>
            </p:custDataLst>
          </p:nvPr>
        </p:nvSpPr>
        <p:spPr>
          <a:xfrm>
            <a:off x="0" y="2383085"/>
            <a:ext cx="2203891" cy="900287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76000">
                <a:schemeClr val="accent1">
                  <a:lumMod val="7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190500" dist="63500" dir="5400000" algn="tl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placeholder_1">
            <a:extLst>
              <a:ext uri="{FF2B5EF4-FFF2-40B4-BE49-F238E27FC236}">
                <a16:creationId xmlns:a16="http://schemas.microsoft.com/office/drawing/2014/main" id="{B400ACF9-3083-4E2B-019D-4783D37CF0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4"/>
            </p:custDataLst>
          </p:nvPr>
        </p:nvSpPr>
        <p:spPr>
          <a:xfrm>
            <a:off x="0" y="3574628"/>
            <a:ext cx="2203891" cy="90028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0000"/>
                  <a:lumOff val="20000"/>
                </a:schemeClr>
              </a:gs>
              <a:gs pos="77000">
                <a:schemeClr val="accent1"/>
              </a:gs>
            </a:gsLst>
            <a:lin ang="2700000" scaled="1"/>
            <a:tileRect/>
          </a:gradFill>
          <a:ln w="12700" cap="rnd">
            <a:noFill/>
            <a:prstDash val="solid"/>
            <a:round/>
          </a:ln>
          <a:effectLst>
            <a:outerShdw blurRad="251968" sx="102000" sy="102000" algn="ctr" rotWithShape="0">
              <a:schemeClr val="accent1"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sz="1400">
              <a:solidFill>
                <a:schemeClr val="bg1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88" name="placeholder_1">
            <a:extLst>
              <a:ext uri="{FF2B5EF4-FFF2-40B4-BE49-F238E27FC236}">
                <a16:creationId xmlns:a16="http://schemas.microsoft.com/office/drawing/2014/main" id="{1F13032D-60A4-00A6-236C-DC46CC7B81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5"/>
            </p:custDataLst>
          </p:nvPr>
        </p:nvSpPr>
        <p:spPr>
          <a:xfrm>
            <a:off x="0" y="4766170"/>
            <a:ext cx="2203891" cy="900287"/>
          </a:xfrm>
          <a:prstGeom prst="rect">
            <a:avLst/>
          </a:prstGeom>
          <a:gradFill>
            <a:gsLst>
              <a:gs pos="0">
                <a:schemeClr val="accent1">
                  <a:lumMod val="84000"/>
                  <a:lumOff val="16000"/>
                </a:schemeClr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663" tIns="25332" rIns="50663" bIns="25332" rtlCol="0" anchor="ctr"/>
          <a:lstStyle/>
          <a:p>
            <a:pPr algn="ctr"/>
            <a:endParaRPr lang="zh-CN" altLang="en-US" sz="997">
              <a:solidFill>
                <a:schemeClr val="bg1"/>
              </a:solidFill>
            </a:endParaRPr>
          </a:p>
        </p:txBody>
      </p:sp>
      <p:sp>
        <p:nvSpPr>
          <p:cNvPr id="89" name="placeholder_1">
            <a:extLst>
              <a:ext uri="{FF2B5EF4-FFF2-40B4-BE49-F238E27FC236}">
                <a16:creationId xmlns:a16="http://schemas.microsoft.com/office/drawing/2014/main" id="{6AE7FB77-6AC6-F74E-6940-DEA2A47513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6"/>
            </p:custDataLst>
          </p:nvPr>
        </p:nvSpPr>
        <p:spPr>
          <a:xfrm>
            <a:off x="0" y="5957714"/>
            <a:ext cx="2203891" cy="900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2000">
              <a:solidFill>
                <a:srgbClr val="FFFFFF"/>
              </a:solidFill>
              <a:ea typeface="OPPOSans B" panose="00020600040101010101" pitchFamily="18" charset="-122"/>
            </a:endParaRPr>
          </a:p>
        </p:txBody>
      </p:sp>
      <p:sp>
        <p:nvSpPr>
          <p:cNvPr id="93" name="placeholder_1">
            <a:extLst>
              <a:ext uri="{FF2B5EF4-FFF2-40B4-BE49-F238E27FC236}">
                <a16:creationId xmlns:a16="http://schemas.microsoft.com/office/drawing/2014/main" id="{46ECCB1D-8104-C104-4A9D-7074E96E62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7"/>
            </p:custDataLst>
          </p:nvPr>
        </p:nvSpPr>
        <p:spPr>
          <a:xfrm>
            <a:off x="2497027" y="1"/>
            <a:ext cx="2203891" cy="900287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  <a:effectLst/>
        </p:spPr>
        <p:txBody>
          <a:bodyPr lIns="0" tIns="0" rIns="0" bIns="0" anchor="ctr"/>
          <a:lstStyle/>
          <a:p>
            <a:pPr algn="ctr" defTabSz="412750" hangingPunct="0"/>
            <a:endParaRPr lang="zh-CN" altLang="en-US" sz="1692" kern="0">
              <a:solidFill>
                <a:srgbClr val="FCFFFF"/>
              </a:solidFill>
              <a:ea typeface="OPPOSans B" panose="00020600040101010101" pitchFamily="18" charset="-122"/>
            </a:endParaRPr>
          </a:p>
        </p:txBody>
      </p:sp>
      <p:sp>
        <p:nvSpPr>
          <p:cNvPr id="94" name="placeholder_1">
            <a:extLst>
              <a:ext uri="{FF2B5EF4-FFF2-40B4-BE49-F238E27FC236}">
                <a16:creationId xmlns:a16="http://schemas.microsoft.com/office/drawing/2014/main" id="{B23985F1-18E9-8CFD-0521-FD0381933A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8"/>
            </p:custDataLst>
          </p:nvPr>
        </p:nvSpPr>
        <p:spPr>
          <a:xfrm>
            <a:off x="2497027" y="1191544"/>
            <a:ext cx="2203891" cy="900287"/>
          </a:xfrm>
          <a:prstGeom prst="rect">
            <a:avLst/>
          </a:prstGeom>
          <a:gradFill>
            <a:gsLst>
              <a:gs pos="4000">
                <a:schemeClr val="accent2">
                  <a:lumMod val="60000"/>
                  <a:lumOff val="40000"/>
                </a:schemeClr>
              </a:gs>
              <a:gs pos="63000">
                <a:schemeClr val="accent2"/>
              </a:gs>
            </a:gsLst>
            <a:path path="circle">
              <a:fillToRect l="100000" b="100000"/>
            </a:path>
          </a:gradFill>
          <a:ln w="12700" cap="rnd">
            <a:noFill/>
            <a:prstDash val="solid"/>
            <a:round/>
          </a:ln>
          <a:effectLst>
            <a:outerShdw blurRad="114300" dist="114300" dir="5400000" sx="94000" sy="94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>
              <a:solidFill>
                <a:schemeClr val="bg1"/>
              </a:solidFill>
              <a:ea typeface="OPPOSans B" panose="00020600040101010101" pitchFamily="18" charset="-122"/>
            </a:endParaRPr>
          </a:p>
        </p:txBody>
      </p:sp>
      <p:sp>
        <p:nvSpPr>
          <p:cNvPr id="95" name="placeholder_1">
            <a:extLst>
              <a:ext uri="{FF2B5EF4-FFF2-40B4-BE49-F238E27FC236}">
                <a16:creationId xmlns:a16="http://schemas.microsoft.com/office/drawing/2014/main" id="{B4813412-39FB-3A42-64CB-DF3E8D096B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9"/>
            </p:custDataLst>
          </p:nvPr>
        </p:nvSpPr>
        <p:spPr>
          <a:xfrm>
            <a:off x="2497027" y="2383085"/>
            <a:ext cx="2203891" cy="900287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6000">
                <a:schemeClr val="accent2">
                  <a:lumMod val="7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>
            <a:outerShdw blurRad="190500" dist="63500" dir="5400000" algn="tl" rotWithShape="0">
              <a:schemeClr val="accent2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6" name="placeholder_1">
            <a:extLst>
              <a:ext uri="{FF2B5EF4-FFF2-40B4-BE49-F238E27FC236}">
                <a16:creationId xmlns:a16="http://schemas.microsoft.com/office/drawing/2014/main" id="{5AF3FA5F-BBDA-38F5-FF90-0511BAD867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10"/>
            </p:custDataLst>
          </p:nvPr>
        </p:nvSpPr>
        <p:spPr>
          <a:xfrm>
            <a:off x="2497027" y="3574628"/>
            <a:ext cx="2203891" cy="900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2000">
              <a:solidFill>
                <a:srgbClr val="FFFFFF"/>
              </a:solidFill>
              <a:ea typeface="OPPOSans B" panose="00020600040101010101" pitchFamily="18" charset="-122"/>
            </a:endParaRPr>
          </a:p>
        </p:txBody>
      </p:sp>
      <p:sp>
        <p:nvSpPr>
          <p:cNvPr id="97" name="placeholder_1">
            <a:extLst>
              <a:ext uri="{FF2B5EF4-FFF2-40B4-BE49-F238E27FC236}">
                <a16:creationId xmlns:a16="http://schemas.microsoft.com/office/drawing/2014/main" id="{03A33E13-445D-A36F-3344-90AF46A0F4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11"/>
            </p:custDataLst>
          </p:nvPr>
        </p:nvSpPr>
        <p:spPr>
          <a:xfrm>
            <a:off x="2497027" y="4766170"/>
            <a:ext cx="2203891" cy="900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2000">
              <a:solidFill>
                <a:srgbClr val="FFFFFF"/>
              </a:solidFill>
              <a:ea typeface="OPPOSans B" panose="00020600040101010101" pitchFamily="18" charset="-122"/>
            </a:endParaRPr>
          </a:p>
        </p:txBody>
      </p:sp>
      <p:sp>
        <p:nvSpPr>
          <p:cNvPr id="98" name="placeholder_1">
            <a:extLst>
              <a:ext uri="{FF2B5EF4-FFF2-40B4-BE49-F238E27FC236}">
                <a16:creationId xmlns:a16="http://schemas.microsoft.com/office/drawing/2014/main" id="{3DDBD127-3030-7E89-6010-C34A3F464F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12"/>
            </p:custDataLst>
          </p:nvPr>
        </p:nvSpPr>
        <p:spPr>
          <a:xfrm>
            <a:off x="2497027" y="5957714"/>
            <a:ext cx="2203891" cy="900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2000">
              <a:solidFill>
                <a:srgbClr val="FFFFFF"/>
              </a:solidFill>
              <a:ea typeface="OPPOSans B" panose="00020600040101010101" pitchFamily="18" charset="-122"/>
            </a:endParaRPr>
          </a:p>
        </p:txBody>
      </p:sp>
      <p:sp>
        <p:nvSpPr>
          <p:cNvPr id="102" name="placeholder_1">
            <a:extLst>
              <a:ext uri="{FF2B5EF4-FFF2-40B4-BE49-F238E27FC236}">
                <a16:creationId xmlns:a16="http://schemas.microsoft.com/office/drawing/2014/main" id="{727893A1-6AC0-6F7D-AFA7-033BC9CFF9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13"/>
            </p:custDataLst>
          </p:nvPr>
        </p:nvSpPr>
        <p:spPr>
          <a:xfrm>
            <a:off x="4994054" y="1"/>
            <a:ext cx="2203891" cy="900287"/>
          </a:xfrm>
          <a:prstGeom prst="rect">
            <a:avLst/>
          </a:prstGeom>
          <a:solidFill>
            <a:schemeClr val="accent1">
              <a:alpha val="1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zh-CN" altLang="en-US" sz="1200">
              <a:solidFill>
                <a:schemeClr val="tx1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103" name="placeholder_1">
            <a:extLst>
              <a:ext uri="{FF2B5EF4-FFF2-40B4-BE49-F238E27FC236}">
                <a16:creationId xmlns:a16="http://schemas.microsoft.com/office/drawing/2014/main" id="{04AB5D3D-577C-53E9-741A-ABA25726A2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14"/>
            </p:custDataLst>
          </p:nvPr>
        </p:nvSpPr>
        <p:spPr>
          <a:xfrm>
            <a:off x="4994054" y="1191544"/>
            <a:ext cx="2203891" cy="900287"/>
          </a:xfrm>
          <a:prstGeom prst="rect">
            <a:avLst/>
          </a:prstGeom>
          <a:solidFill>
            <a:schemeClr val="accent2">
              <a:alpha val="1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ea typeface="OPPOSans B" panose="00020600040101010101" pitchFamily="18" charset="-122"/>
            </a:endParaRPr>
          </a:p>
        </p:txBody>
      </p:sp>
      <p:sp>
        <p:nvSpPr>
          <p:cNvPr id="104" name="placeholder_1">
            <a:extLst>
              <a:ext uri="{FF2B5EF4-FFF2-40B4-BE49-F238E27FC236}">
                <a16:creationId xmlns:a16="http://schemas.microsoft.com/office/drawing/2014/main" id="{A90F18D9-5501-3114-C2FD-211966FC33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15"/>
            </p:custDataLst>
          </p:nvPr>
        </p:nvSpPr>
        <p:spPr>
          <a:xfrm>
            <a:off x="4994054" y="2383085"/>
            <a:ext cx="2203891" cy="900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2000">
              <a:solidFill>
                <a:srgbClr val="FFFFFF"/>
              </a:solidFill>
              <a:ea typeface="OPPOSans B" panose="00020600040101010101" pitchFamily="18" charset="-122"/>
            </a:endParaRPr>
          </a:p>
        </p:txBody>
      </p:sp>
      <p:sp>
        <p:nvSpPr>
          <p:cNvPr id="105" name="placeholder_1">
            <a:extLst>
              <a:ext uri="{FF2B5EF4-FFF2-40B4-BE49-F238E27FC236}">
                <a16:creationId xmlns:a16="http://schemas.microsoft.com/office/drawing/2014/main" id="{D7A6AE6B-E0E6-3E98-DD12-6EDA5EF0AF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16"/>
            </p:custDataLst>
          </p:nvPr>
        </p:nvSpPr>
        <p:spPr>
          <a:xfrm>
            <a:off x="4994054" y="3574628"/>
            <a:ext cx="2203891" cy="900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2000">
              <a:solidFill>
                <a:srgbClr val="FFFFFF"/>
              </a:solidFill>
              <a:ea typeface="OPPOSans B" panose="00020600040101010101" pitchFamily="18" charset="-122"/>
            </a:endParaRPr>
          </a:p>
        </p:txBody>
      </p:sp>
      <p:sp>
        <p:nvSpPr>
          <p:cNvPr id="106" name="placeholder_1">
            <a:extLst>
              <a:ext uri="{FF2B5EF4-FFF2-40B4-BE49-F238E27FC236}">
                <a16:creationId xmlns:a16="http://schemas.microsoft.com/office/drawing/2014/main" id="{EBC84FBA-A017-D6C3-5AEB-0CE7DED18C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17"/>
            </p:custDataLst>
          </p:nvPr>
        </p:nvSpPr>
        <p:spPr>
          <a:xfrm>
            <a:off x="4994054" y="4766170"/>
            <a:ext cx="2203891" cy="900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2000">
              <a:solidFill>
                <a:srgbClr val="FFFFFF"/>
              </a:solidFill>
              <a:ea typeface="OPPOSans B" panose="00020600040101010101" pitchFamily="18" charset="-122"/>
            </a:endParaRPr>
          </a:p>
        </p:txBody>
      </p:sp>
      <p:sp>
        <p:nvSpPr>
          <p:cNvPr id="107" name="placeholder_1">
            <a:extLst>
              <a:ext uri="{FF2B5EF4-FFF2-40B4-BE49-F238E27FC236}">
                <a16:creationId xmlns:a16="http://schemas.microsoft.com/office/drawing/2014/main" id="{D8C0CBC3-AF42-3493-D373-EB65648B2B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18"/>
            </p:custDataLst>
          </p:nvPr>
        </p:nvSpPr>
        <p:spPr>
          <a:xfrm>
            <a:off x="4994054" y="5957714"/>
            <a:ext cx="2203891" cy="900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2000">
              <a:solidFill>
                <a:srgbClr val="FFFFFF"/>
              </a:solidFill>
              <a:ea typeface="OPPOSans B" panose="00020600040101010101" pitchFamily="18" charset="-122"/>
            </a:endParaRPr>
          </a:p>
        </p:txBody>
      </p:sp>
      <p:sp>
        <p:nvSpPr>
          <p:cNvPr id="111" name="placeholder_1">
            <a:extLst>
              <a:ext uri="{FF2B5EF4-FFF2-40B4-BE49-F238E27FC236}">
                <a16:creationId xmlns:a16="http://schemas.microsoft.com/office/drawing/2014/main" id="{6486A527-E6DB-198E-B948-56B4BB3117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19"/>
            </p:custDataLst>
          </p:nvPr>
        </p:nvSpPr>
        <p:spPr>
          <a:xfrm>
            <a:off x="7491082" y="1"/>
            <a:ext cx="2203891" cy="900287"/>
          </a:xfrm>
          <a:prstGeom prst="rect">
            <a:avLst/>
          </a:prstGeom>
          <a:solidFill>
            <a:schemeClr val="accent2">
              <a:alpha val="1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zh-CN" altLang="en-US" sz="1200">
              <a:solidFill>
                <a:schemeClr val="tx1"/>
              </a:solidFill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112" name="placeholder_1">
            <a:extLst>
              <a:ext uri="{FF2B5EF4-FFF2-40B4-BE49-F238E27FC236}">
                <a16:creationId xmlns:a16="http://schemas.microsoft.com/office/drawing/2014/main" id="{6779658B-6AE8-E872-AA87-E7FA2E129F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20"/>
            </p:custDataLst>
          </p:nvPr>
        </p:nvSpPr>
        <p:spPr>
          <a:xfrm>
            <a:off x="7491082" y="1191544"/>
            <a:ext cx="2203891" cy="900287"/>
          </a:xfrm>
          <a:prstGeom prst="rect">
            <a:avLst/>
          </a:prstGeom>
          <a:solidFill>
            <a:schemeClr val="accent2">
              <a:alpha val="1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ea typeface="OPPOSans B" panose="00020600040101010101" pitchFamily="18" charset="-122"/>
            </a:endParaRPr>
          </a:p>
        </p:txBody>
      </p:sp>
      <p:sp>
        <p:nvSpPr>
          <p:cNvPr id="113" name="placeholder_1">
            <a:extLst>
              <a:ext uri="{FF2B5EF4-FFF2-40B4-BE49-F238E27FC236}">
                <a16:creationId xmlns:a16="http://schemas.microsoft.com/office/drawing/2014/main" id="{FEF567BF-3AC8-24D7-11D5-B7CA2D1C02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21"/>
            </p:custDataLst>
          </p:nvPr>
        </p:nvSpPr>
        <p:spPr>
          <a:xfrm>
            <a:off x="7491082" y="2383085"/>
            <a:ext cx="2203891" cy="900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2000">
              <a:solidFill>
                <a:srgbClr val="FFFFFF"/>
              </a:solidFill>
              <a:ea typeface="OPPOSans B" panose="00020600040101010101" pitchFamily="18" charset="-122"/>
            </a:endParaRPr>
          </a:p>
        </p:txBody>
      </p:sp>
      <p:sp>
        <p:nvSpPr>
          <p:cNvPr id="114" name="placeholder_1">
            <a:extLst>
              <a:ext uri="{FF2B5EF4-FFF2-40B4-BE49-F238E27FC236}">
                <a16:creationId xmlns:a16="http://schemas.microsoft.com/office/drawing/2014/main" id="{7BCF6CF8-7937-1973-3724-EAD992C221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22"/>
            </p:custDataLst>
          </p:nvPr>
        </p:nvSpPr>
        <p:spPr>
          <a:xfrm>
            <a:off x="7491082" y="3574628"/>
            <a:ext cx="2203891" cy="900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2000">
              <a:solidFill>
                <a:srgbClr val="FFFFFF"/>
              </a:solidFill>
              <a:ea typeface="OPPOSans B" panose="00020600040101010101" pitchFamily="18" charset="-122"/>
            </a:endParaRPr>
          </a:p>
        </p:txBody>
      </p:sp>
      <p:sp>
        <p:nvSpPr>
          <p:cNvPr id="115" name="placeholder_1">
            <a:extLst>
              <a:ext uri="{FF2B5EF4-FFF2-40B4-BE49-F238E27FC236}">
                <a16:creationId xmlns:a16="http://schemas.microsoft.com/office/drawing/2014/main" id="{D3EE9412-6AC8-9875-98E5-6FE88CE54E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23"/>
            </p:custDataLst>
          </p:nvPr>
        </p:nvSpPr>
        <p:spPr>
          <a:xfrm>
            <a:off x="7491082" y="4766170"/>
            <a:ext cx="2203891" cy="900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2000">
              <a:solidFill>
                <a:srgbClr val="FFFFFF"/>
              </a:solidFill>
              <a:ea typeface="OPPOSans B" panose="00020600040101010101" pitchFamily="18" charset="-122"/>
            </a:endParaRPr>
          </a:p>
        </p:txBody>
      </p:sp>
      <p:sp>
        <p:nvSpPr>
          <p:cNvPr id="116" name="placeholder_1">
            <a:extLst>
              <a:ext uri="{FF2B5EF4-FFF2-40B4-BE49-F238E27FC236}">
                <a16:creationId xmlns:a16="http://schemas.microsoft.com/office/drawing/2014/main" id="{6F56DEB2-4E18-7E9B-AC13-CF54BA2178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24"/>
            </p:custDataLst>
          </p:nvPr>
        </p:nvSpPr>
        <p:spPr>
          <a:xfrm>
            <a:off x="7491082" y="5957714"/>
            <a:ext cx="2203891" cy="900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2000">
              <a:solidFill>
                <a:srgbClr val="FFFFFF"/>
              </a:solidFill>
              <a:ea typeface="OPPOSans B" panose="00020600040101010101" pitchFamily="18" charset="-122"/>
            </a:endParaRPr>
          </a:p>
        </p:txBody>
      </p:sp>
      <p:sp>
        <p:nvSpPr>
          <p:cNvPr id="120" name="placeholder_1">
            <a:extLst>
              <a:ext uri="{FF2B5EF4-FFF2-40B4-BE49-F238E27FC236}">
                <a16:creationId xmlns:a16="http://schemas.microsoft.com/office/drawing/2014/main" id="{319E4DC1-1EBB-9B70-6391-BA8D7D9F9C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25"/>
            </p:custDataLst>
          </p:nvPr>
        </p:nvSpPr>
        <p:spPr>
          <a:xfrm>
            <a:off x="9988109" y="1"/>
            <a:ext cx="2203891" cy="900287"/>
          </a:xfrm>
          <a:prstGeom prst="rect">
            <a:avLst/>
          </a:prstGeom>
          <a:solidFill>
            <a:schemeClr val="bg1"/>
          </a:solidFill>
          <a:ln w="12700" cap="rnd">
            <a:noFill/>
            <a:prstDash val="solid"/>
            <a:round/>
          </a:ln>
          <a:effectLst>
            <a:outerShdw blurRad="1270000" sx="102000" sy="102000" algn="ctr" rotWithShape="0">
              <a:schemeClr val="tx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rmAutofit/>
          </a:bodyPr>
          <a:lstStyle/>
          <a:p>
            <a:pPr algn="r"/>
            <a:endParaRPr lang="zh-CN" altLang="en-US" sz="1152" b="1">
              <a:solidFill>
                <a:schemeClr val="accent1"/>
              </a:solidFill>
              <a:ea typeface="OPPOSans B" panose="00020600040101010101" pitchFamily="18" charset="-122"/>
            </a:endParaRPr>
          </a:p>
        </p:txBody>
      </p:sp>
      <p:sp>
        <p:nvSpPr>
          <p:cNvPr id="121" name="placeholder_1">
            <a:extLst>
              <a:ext uri="{FF2B5EF4-FFF2-40B4-BE49-F238E27FC236}">
                <a16:creationId xmlns:a16="http://schemas.microsoft.com/office/drawing/2014/main" id="{E3330FC5-9392-59E8-A961-2D6E5270D3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26"/>
            </p:custDataLst>
          </p:nvPr>
        </p:nvSpPr>
        <p:spPr>
          <a:xfrm>
            <a:off x="9988109" y="1191544"/>
            <a:ext cx="2203891" cy="900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2000">
              <a:solidFill>
                <a:srgbClr val="FFFFFF"/>
              </a:solidFill>
              <a:ea typeface="OPPOSans B" panose="00020600040101010101" pitchFamily="18" charset="-122"/>
            </a:endParaRPr>
          </a:p>
        </p:txBody>
      </p:sp>
      <p:sp>
        <p:nvSpPr>
          <p:cNvPr id="122" name="placeholder_1">
            <a:extLst>
              <a:ext uri="{FF2B5EF4-FFF2-40B4-BE49-F238E27FC236}">
                <a16:creationId xmlns:a16="http://schemas.microsoft.com/office/drawing/2014/main" id="{6F68B61C-0C79-39B9-F70A-B9BC5AEF3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27"/>
            </p:custDataLst>
          </p:nvPr>
        </p:nvSpPr>
        <p:spPr>
          <a:xfrm>
            <a:off x="9988109" y="2383085"/>
            <a:ext cx="2203891" cy="900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2000">
              <a:solidFill>
                <a:srgbClr val="FFFFFF"/>
              </a:solidFill>
              <a:ea typeface="OPPOSans B" panose="00020600040101010101" pitchFamily="18" charset="-122"/>
            </a:endParaRPr>
          </a:p>
        </p:txBody>
      </p:sp>
      <p:sp>
        <p:nvSpPr>
          <p:cNvPr id="123" name="placeholder_1">
            <a:extLst>
              <a:ext uri="{FF2B5EF4-FFF2-40B4-BE49-F238E27FC236}">
                <a16:creationId xmlns:a16="http://schemas.microsoft.com/office/drawing/2014/main" id="{A48BA9B8-BE8A-5A8A-1080-6213130CA8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28"/>
            </p:custDataLst>
          </p:nvPr>
        </p:nvSpPr>
        <p:spPr>
          <a:xfrm>
            <a:off x="9988109" y="3574628"/>
            <a:ext cx="2203891" cy="900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2000">
              <a:solidFill>
                <a:srgbClr val="FFFFFF"/>
              </a:solidFill>
              <a:ea typeface="OPPOSans B" panose="00020600040101010101" pitchFamily="18" charset="-122"/>
            </a:endParaRPr>
          </a:p>
        </p:txBody>
      </p:sp>
      <p:sp>
        <p:nvSpPr>
          <p:cNvPr id="124" name="placeholder_1">
            <a:extLst>
              <a:ext uri="{FF2B5EF4-FFF2-40B4-BE49-F238E27FC236}">
                <a16:creationId xmlns:a16="http://schemas.microsoft.com/office/drawing/2014/main" id="{3304F08A-2E1B-A4C6-4180-DEC47694A5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29"/>
            </p:custDataLst>
          </p:nvPr>
        </p:nvSpPr>
        <p:spPr>
          <a:xfrm>
            <a:off x="9988109" y="4766170"/>
            <a:ext cx="2203891" cy="900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2000">
              <a:solidFill>
                <a:srgbClr val="FFFFFF"/>
              </a:solidFill>
              <a:ea typeface="OPPOSans B" panose="00020600040101010101" pitchFamily="18" charset="-122"/>
            </a:endParaRPr>
          </a:p>
        </p:txBody>
      </p:sp>
      <p:sp>
        <p:nvSpPr>
          <p:cNvPr id="125" name="placeholder_1">
            <a:extLst>
              <a:ext uri="{FF2B5EF4-FFF2-40B4-BE49-F238E27FC236}">
                <a16:creationId xmlns:a16="http://schemas.microsoft.com/office/drawing/2014/main" id="{14B648B3-D0F4-0CE4-9478-A34AF0041C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custDataLst>
              <p:tags r:id="rId30"/>
            </p:custDataLst>
          </p:nvPr>
        </p:nvSpPr>
        <p:spPr>
          <a:xfrm>
            <a:off x="9988109" y="5957714"/>
            <a:ext cx="2203891" cy="900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2000">
              <a:solidFill>
                <a:srgbClr val="FFFFFF"/>
              </a:solidFill>
              <a:ea typeface="OPPOSans B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2675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D720E7E-2CD1-2CAF-8A16-F659FEDE62C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11529786" y="1509486"/>
            <a:ext cx="10629901" cy="4965700"/>
          </a:xfrm>
          <a:prstGeom prst="rect">
            <a:avLst/>
          </a:prstGeom>
        </p:spPr>
      </p:pic>
      <p:sp>
        <p:nvSpPr>
          <p:cNvPr id="4" name="placeholder_1">
            <a:extLst>
              <a:ext uri="{FF2B5EF4-FFF2-40B4-BE49-F238E27FC236}">
                <a16:creationId xmlns:a16="http://schemas.microsoft.com/office/drawing/2014/main" id="{D5523AF0-F61E-D8F9-36CD-97C5E9C0FA4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50900" y="1333501"/>
            <a:ext cx="373317" cy="4845544"/>
          </a:xfrm>
          <a:prstGeom prst="rect">
            <a:avLst/>
          </a:prstGeom>
          <a:pattFill prst="wdDnDiag">
            <a:fgClr>
              <a:srgbClr val="D8D8D8"/>
            </a:fgClr>
            <a:bgClr>
              <a:srgbClr val="FFFFFF"/>
            </a:bgClr>
          </a:pattFill>
          <a:ln w="6350">
            <a:solidFill>
              <a:srgbClr val="0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placeholder_1">
            <a:extLst>
              <a:ext uri="{FF2B5EF4-FFF2-40B4-BE49-F238E27FC236}">
                <a16:creationId xmlns:a16="http://schemas.microsoft.com/office/drawing/2014/main" id="{51F7B876-C23B-B01B-FF42-3DAF960BB53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7437361" y="1333501"/>
            <a:ext cx="3903739" cy="4845544"/>
          </a:xfrm>
          <a:prstGeom prst="rect">
            <a:avLst/>
          </a:prstGeom>
          <a:pattFill prst="wdDnDiag">
            <a:fgClr>
              <a:srgbClr val="D8D8D8"/>
            </a:fgClr>
            <a:bgClr>
              <a:srgbClr val="FFFFFF"/>
            </a:bgClr>
          </a:pattFill>
          <a:ln w="6350">
            <a:solidFill>
              <a:srgbClr val="0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93B6270-2C6A-0D14-3B28-10DB8BF63EA9}"/>
              </a:ext>
            </a:extLst>
          </p:cNvPr>
          <p:cNvGrpSpPr/>
          <p:nvPr/>
        </p:nvGrpSpPr>
        <p:grpSpPr>
          <a:xfrm>
            <a:off x="1360298" y="1341258"/>
            <a:ext cx="2892215" cy="4843642"/>
            <a:chOff x="1308101" y="1341257"/>
            <a:chExt cx="2907341" cy="4843642"/>
          </a:xfrm>
        </p:grpSpPr>
        <p:sp>
          <p:nvSpPr>
            <p:cNvPr id="5" name="placeholder_1">
              <a:extLst>
                <a:ext uri="{FF2B5EF4-FFF2-40B4-BE49-F238E27FC236}">
                  <a16:creationId xmlns:a16="http://schemas.microsoft.com/office/drawing/2014/main" id="{E6CCDBB3-AFBA-E2A6-6BDC-6571EA1F74D8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308101" y="1341257"/>
              <a:ext cx="2907341" cy="1109956"/>
            </a:xfrm>
            <a:prstGeom prst="rect">
              <a:avLst/>
            </a:prstGeom>
            <a:pattFill prst="wdDnDiag">
              <a:fgClr>
                <a:srgbClr val="D8D8D8"/>
              </a:fgClr>
              <a:bgClr>
                <a:srgbClr val="FFFFFF"/>
              </a:bgClr>
            </a:pattFill>
            <a:ln w="6350">
              <a:solidFill>
                <a:srgbClr val="0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placeholder_1">
              <a:extLst>
                <a:ext uri="{FF2B5EF4-FFF2-40B4-BE49-F238E27FC236}">
                  <a16:creationId xmlns:a16="http://schemas.microsoft.com/office/drawing/2014/main" id="{E4405929-0E9C-A039-6431-A7F78481A8E6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308101" y="2585819"/>
              <a:ext cx="2907341" cy="1109956"/>
            </a:xfrm>
            <a:prstGeom prst="rect">
              <a:avLst/>
            </a:prstGeom>
            <a:pattFill prst="wdDnDiag">
              <a:fgClr>
                <a:srgbClr val="D8D8D8"/>
              </a:fgClr>
              <a:bgClr>
                <a:srgbClr val="FFFFFF"/>
              </a:bgClr>
            </a:pattFill>
            <a:ln w="6350">
              <a:solidFill>
                <a:srgbClr val="0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placeholder_1">
              <a:extLst>
                <a:ext uri="{FF2B5EF4-FFF2-40B4-BE49-F238E27FC236}">
                  <a16:creationId xmlns:a16="http://schemas.microsoft.com/office/drawing/2014/main" id="{150D1A34-D7E3-4A36-E82D-7AAFF643235C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308101" y="3830381"/>
              <a:ext cx="2907341" cy="1109956"/>
            </a:xfrm>
            <a:prstGeom prst="rect">
              <a:avLst/>
            </a:prstGeom>
            <a:pattFill prst="wdDnDiag">
              <a:fgClr>
                <a:srgbClr val="D8D8D8"/>
              </a:fgClr>
              <a:bgClr>
                <a:srgbClr val="FFFFFF"/>
              </a:bgClr>
            </a:pattFill>
            <a:ln w="6350">
              <a:solidFill>
                <a:srgbClr val="0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placeholder_1">
              <a:extLst>
                <a:ext uri="{FF2B5EF4-FFF2-40B4-BE49-F238E27FC236}">
                  <a16:creationId xmlns:a16="http://schemas.microsoft.com/office/drawing/2014/main" id="{4747A2DC-174E-7552-202D-37D9C40607DA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308101" y="5074943"/>
              <a:ext cx="2907341" cy="1109956"/>
            </a:xfrm>
            <a:prstGeom prst="rect">
              <a:avLst/>
            </a:prstGeom>
            <a:pattFill prst="wdDnDiag">
              <a:fgClr>
                <a:srgbClr val="D8D8D8"/>
              </a:fgClr>
              <a:bgClr>
                <a:srgbClr val="FFFFFF"/>
              </a:bgClr>
            </a:pattFill>
            <a:ln w="6350">
              <a:solidFill>
                <a:srgbClr val="0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D8DA89B-0AF8-B8C5-DC33-F0C2C9F7CDC5}"/>
              </a:ext>
            </a:extLst>
          </p:cNvPr>
          <p:cNvGrpSpPr/>
          <p:nvPr/>
        </p:nvGrpSpPr>
        <p:grpSpPr>
          <a:xfrm>
            <a:off x="4353498" y="1333500"/>
            <a:ext cx="2957381" cy="4843642"/>
            <a:chOff x="4316955" y="1333499"/>
            <a:chExt cx="2972847" cy="4843642"/>
          </a:xfrm>
        </p:grpSpPr>
        <p:sp>
          <p:nvSpPr>
            <p:cNvPr id="6" name="placeholder_1">
              <a:extLst>
                <a:ext uri="{FF2B5EF4-FFF2-40B4-BE49-F238E27FC236}">
                  <a16:creationId xmlns:a16="http://schemas.microsoft.com/office/drawing/2014/main" id="{F67361AA-987F-F549-F1AA-57EC4B5F7E2E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4316955" y="1333499"/>
              <a:ext cx="2972847" cy="1109956"/>
            </a:xfrm>
            <a:prstGeom prst="rect">
              <a:avLst/>
            </a:prstGeom>
            <a:pattFill prst="wdDnDiag">
              <a:fgClr>
                <a:srgbClr val="D8D8D8"/>
              </a:fgClr>
              <a:bgClr>
                <a:srgbClr val="FFFFFF"/>
              </a:bgClr>
            </a:pattFill>
            <a:ln w="6350">
              <a:solidFill>
                <a:srgbClr val="0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placeholder_1">
              <a:extLst>
                <a:ext uri="{FF2B5EF4-FFF2-40B4-BE49-F238E27FC236}">
                  <a16:creationId xmlns:a16="http://schemas.microsoft.com/office/drawing/2014/main" id="{00B75ABD-9C12-5519-E1E2-42D6FCF542A8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4316955" y="2578061"/>
              <a:ext cx="2972847" cy="1109956"/>
            </a:xfrm>
            <a:prstGeom prst="rect">
              <a:avLst/>
            </a:prstGeom>
            <a:pattFill prst="wdDnDiag">
              <a:fgClr>
                <a:srgbClr val="D8D8D8"/>
              </a:fgClr>
              <a:bgClr>
                <a:srgbClr val="FFFFFF"/>
              </a:bgClr>
            </a:pattFill>
            <a:ln w="6350">
              <a:solidFill>
                <a:srgbClr val="0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placeholder_1">
              <a:extLst>
                <a:ext uri="{FF2B5EF4-FFF2-40B4-BE49-F238E27FC236}">
                  <a16:creationId xmlns:a16="http://schemas.microsoft.com/office/drawing/2014/main" id="{835F3804-90F7-925D-D5E2-BFE132AB3A1F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4316955" y="3822623"/>
              <a:ext cx="2972847" cy="1109956"/>
            </a:xfrm>
            <a:prstGeom prst="rect">
              <a:avLst/>
            </a:prstGeom>
            <a:pattFill prst="wdDnDiag">
              <a:fgClr>
                <a:srgbClr val="D8D8D8"/>
              </a:fgClr>
              <a:bgClr>
                <a:srgbClr val="FFFFFF"/>
              </a:bgClr>
            </a:pattFill>
            <a:ln w="6350">
              <a:solidFill>
                <a:srgbClr val="0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placeholder_1">
              <a:extLst>
                <a:ext uri="{FF2B5EF4-FFF2-40B4-BE49-F238E27FC236}">
                  <a16:creationId xmlns:a16="http://schemas.microsoft.com/office/drawing/2014/main" id="{B3661CCF-74BA-B87E-84C9-F9A326BAE3FE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4316955" y="5067185"/>
              <a:ext cx="2972847" cy="1109956"/>
            </a:xfrm>
            <a:prstGeom prst="rect">
              <a:avLst/>
            </a:prstGeom>
            <a:pattFill prst="wdDnDiag">
              <a:fgClr>
                <a:srgbClr val="D8D8D8"/>
              </a:fgClr>
              <a:bgClr>
                <a:srgbClr val="FFFFFF"/>
              </a:bgClr>
            </a:pattFill>
            <a:ln w="6350">
              <a:solidFill>
                <a:srgbClr val="0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46065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_1">
            <a:extLst>
              <a:ext uri="{FF2B5EF4-FFF2-40B4-BE49-F238E27FC236}">
                <a16:creationId xmlns:a16="http://schemas.microsoft.com/office/drawing/2014/main" id="{A8BFE4C6-7AAD-7A75-6930-D2E27C95503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50900" y="1333499"/>
            <a:ext cx="3086100" cy="4851400"/>
          </a:xfrm>
          <a:prstGeom prst="rect">
            <a:avLst/>
          </a:prstGeom>
          <a:pattFill prst="wdDnDiag">
            <a:fgClr>
              <a:srgbClr val="D8D8D8"/>
            </a:fgClr>
            <a:bgClr>
              <a:srgbClr val="FFFFFF"/>
            </a:bgClr>
          </a:pattFill>
          <a:ln w="12700">
            <a:solidFill>
              <a:srgbClr val="8B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placeholder_1">
            <a:extLst>
              <a:ext uri="{FF2B5EF4-FFF2-40B4-BE49-F238E27FC236}">
                <a16:creationId xmlns:a16="http://schemas.microsoft.com/office/drawing/2014/main" id="{57851B68-6DE0-0490-3286-AAB8FCF8604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038600" y="1333499"/>
            <a:ext cx="4114800" cy="4851400"/>
          </a:xfrm>
          <a:prstGeom prst="rect">
            <a:avLst/>
          </a:prstGeom>
          <a:pattFill prst="wdDnDiag">
            <a:fgClr>
              <a:srgbClr val="D8D8D8"/>
            </a:fgClr>
            <a:bgClr>
              <a:srgbClr val="FFFFFF"/>
            </a:bgClr>
          </a:pattFill>
          <a:ln w="12700">
            <a:solidFill>
              <a:srgbClr val="8B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placeholder_1">
            <a:extLst>
              <a:ext uri="{FF2B5EF4-FFF2-40B4-BE49-F238E27FC236}">
                <a16:creationId xmlns:a16="http://schemas.microsoft.com/office/drawing/2014/main" id="{01593D78-50C3-BEAA-F40B-213187024B0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255000" y="1333499"/>
            <a:ext cx="3086100" cy="4851400"/>
          </a:xfrm>
          <a:prstGeom prst="rect">
            <a:avLst/>
          </a:prstGeom>
          <a:pattFill prst="wdDnDiag">
            <a:fgClr>
              <a:srgbClr val="D8D8D8"/>
            </a:fgClr>
            <a:bgClr>
              <a:srgbClr val="FFFFFF"/>
            </a:bgClr>
          </a:pattFill>
          <a:ln w="12700">
            <a:solidFill>
              <a:srgbClr val="8B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container_1">
            <a:extLst>
              <a:ext uri="{FF2B5EF4-FFF2-40B4-BE49-F238E27FC236}">
                <a16:creationId xmlns:a16="http://schemas.microsoft.com/office/drawing/2014/main" id="{D3E12C40-25B3-1670-171D-D16D88284DA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850900" y="1333499"/>
            <a:ext cx="3086100" cy="4851400"/>
          </a:xfrm>
          <a:prstGeom prst="roundRect">
            <a:avLst>
              <a:gd name="adj" fmla="val 3522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container_2">
            <a:extLst>
              <a:ext uri="{FF2B5EF4-FFF2-40B4-BE49-F238E27FC236}">
                <a16:creationId xmlns:a16="http://schemas.microsoft.com/office/drawing/2014/main" id="{92646A8D-65FA-B3D2-5CC9-80AAB665F89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038600" y="1333499"/>
            <a:ext cx="4114800" cy="4851400"/>
          </a:xfrm>
          <a:prstGeom prst="roundRect">
            <a:avLst>
              <a:gd name="adj" fmla="val 2964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container_3">
            <a:extLst>
              <a:ext uri="{FF2B5EF4-FFF2-40B4-BE49-F238E27FC236}">
                <a16:creationId xmlns:a16="http://schemas.microsoft.com/office/drawing/2014/main" id="{46463D03-D6CC-85E6-8069-C2552F99991B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8255000" y="1333499"/>
            <a:ext cx="3086100" cy="4851400"/>
          </a:xfrm>
          <a:prstGeom prst="roundRect">
            <a:avLst>
              <a:gd name="adj" fmla="val 3522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4250873-21FB-02B5-AFEF-DA0F4971775F}"/>
              </a:ext>
            </a:extLst>
          </p:cNvPr>
          <p:cNvSpPr/>
          <p:nvPr/>
        </p:nvSpPr>
        <p:spPr>
          <a:xfrm>
            <a:off x="-7639665" y="1607574"/>
            <a:ext cx="4218039" cy="3038168"/>
          </a:xfrm>
          <a:prstGeom prst="rect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container_2">
            <a:extLst>
              <a:ext uri="{FF2B5EF4-FFF2-40B4-BE49-F238E27FC236}">
                <a16:creationId xmlns:a16="http://schemas.microsoft.com/office/drawing/2014/main" id="{D27EB93D-71DB-A3E1-B6CD-077DBF3ACDF4}"/>
              </a:ext>
            </a:extLst>
          </p:cNvPr>
          <p:cNvSpPr>
            <a:spLocks/>
          </p:cNvSpPr>
          <p:nvPr/>
        </p:nvSpPr>
        <p:spPr>
          <a:xfrm>
            <a:off x="-3342763" y="504825"/>
            <a:ext cx="4114800" cy="4851400"/>
          </a:xfrm>
          <a:prstGeom prst="roundRect">
            <a:avLst>
              <a:gd name="adj" fmla="val 2964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310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EF297CF-A36B-3098-82E0-56694D531F86}"/>
              </a:ext>
            </a:extLst>
          </p:cNvPr>
          <p:cNvSpPr>
            <a:spLocks/>
          </p:cNvSpPr>
          <p:nvPr/>
        </p:nvSpPr>
        <p:spPr>
          <a:xfrm>
            <a:off x="-5286375" y="523875"/>
            <a:ext cx="1703130" cy="35970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760D59-2F80-9332-40EE-BBB29F6F74C2}"/>
              </a:ext>
            </a:extLst>
          </p:cNvPr>
          <p:cNvSpPr>
            <a:spLocks/>
          </p:cNvSpPr>
          <p:nvPr/>
        </p:nvSpPr>
        <p:spPr>
          <a:xfrm>
            <a:off x="509587" y="2895600"/>
            <a:ext cx="1703130" cy="35970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E83A6C0-BF13-FC69-6584-139B62434688}"/>
              </a:ext>
            </a:extLst>
          </p:cNvPr>
          <p:cNvSpPr>
            <a:spLocks/>
          </p:cNvSpPr>
          <p:nvPr/>
        </p:nvSpPr>
        <p:spPr>
          <a:xfrm>
            <a:off x="7010400" y="-168070"/>
            <a:ext cx="1703130" cy="359707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D41BF93-91C8-A234-7262-D7C5A9C286A4}"/>
              </a:ext>
            </a:extLst>
          </p:cNvPr>
          <p:cNvSpPr>
            <a:spLocks/>
          </p:cNvSpPr>
          <p:nvPr/>
        </p:nvSpPr>
        <p:spPr>
          <a:xfrm>
            <a:off x="-7489567" y="2714625"/>
            <a:ext cx="1703130" cy="359707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8FD93FC-3B3E-2542-29F8-8FE0E0EDD158}"/>
              </a:ext>
            </a:extLst>
          </p:cNvPr>
          <p:cNvSpPr/>
          <p:nvPr/>
        </p:nvSpPr>
        <p:spPr>
          <a:xfrm>
            <a:off x="2887920" y="3429000"/>
            <a:ext cx="3838575" cy="17811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3977F0D1-1542-AA00-AE63-442E4B435298}"/>
              </a:ext>
            </a:extLst>
          </p:cNvPr>
          <p:cNvSpPr>
            <a:spLocks/>
          </p:cNvSpPr>
          <p:nvPr/>
        </p:nvSpPr>
        <p:spPr>
          <a:xfrm>
            <a:off x="0" y="0"/>
            <a:ext cx="3838575" cy="17811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BBD9F025-EC39-D8CB-F980-4A6387577BD4}"/>
              </a:ext>
            </a:extLst>
          </p:cNvPr>
          <p:cNvSpPr>
            <a:spLocks/>
          </p:cNvSpPr>
          <p:nvPr/>
        </p:nvSpPr>
        <p:spPr>
          <a:xfrm>
            <a:off x="0" y="0"/>
            <a:ext cx="3838575" cy="17811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12288E75-2D3B-1DD1-087C-7A0C52BDB8F2}"/>
              </a:ext>
            </a:extLst>
          </p:cNvPr>
          <p:cNvSpPr>
            <a:spLocks/>
          </p:cNvSpPr>
          <p:nvPr/>
        </p:nvSpPr>
        <p:spPr>
          <a:xfrm>
            <a:off x="0" y="0"/>
            <a:ext cx="3838575" cy="17811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E2A4CA12-63C5-0A05-2B12-D86839CE4A50}"/>
              </a:ext>
            </a:extLst>
          </p:cNvPr>
          <p:cNvSpPr>
            <a:spLocks/>
          </p:cNvSpPr>
          <p:nvPr/>
        </p:nvSpPr>
        <p:spPr>
          <a:xfrm>
            <a:off x="0" y="0"/>
            <a:ext cx="3838575" cy="17811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DF94F844-D40D-DC26-77D3-74225CC42618}"/>
              </a:ext>
            </a:extLst>
          </p:cNvPr>
          <p:cNvSpPr>
            <a:spLocks/>
          </p:cNvSpPr>
          <p:nvPr/>
        </p:nvSpPr>
        <p:spPr>
          <a:xfrm>
            <a:off x="9763125" y="581025"/>
            <a:ext cx="3838575" cy="17811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AA838F29-CC4D-2021-5640-0D7A39C50FB9}"/>
              </a:ext>
            </a:extLst>
          </p:cNvPr>
          <p:cNvSpPr>
            <a:spLocks/>
          </p:cNvSpPr>
          <p:nvPr/>
        </p:nvSpPr>
        <p:spPr>
          <a:xfrm>
            <a:off x="6305550" y="1114425"/>
            <a:ext cx="3838575" cy="17811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1FCCAA58-6E50-67B6-806A-AF7F190D5DE4}"/>
              </a:ext>
            </a:extLst>
          </p:cNvPr>
          <p:cNvSpPr>
            <a:spLocks/>
          </p:cNvSpPr>
          <p:nvPr/>
        </p:nvSpPr>
        <p:spPr>
          <a:xfrm>
            <a:off x="0" y="0"/>
            <a:ext cx="3838575" cy="17811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ounded Rectangle 7">
            <a:extLst>
              <a:ext uri="{FF2B5EF4-FFF2-40B4-BE49-F238E27FC236}">
                <a16:creationId xmlns:a16="http://schemas.microsoft.com/office/drawing/2014/main" id="{4CDD5AF6-0480-CAC9-8A63-D88256838988}"/>
              </a:ext>
            </a:extLst>
          </p:cNvPr>
          <p:cNvSpPr>
            <a:spLocks/>
          </p:cNvSpPr>
          <p:nvPr/>
        </p:nvSpPr>
        <p:spPr>
          <a:xfrm>
            <a:off x="0" y="0"/>
            <a:ext cx="3838575" cy="17811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Rounded Rectangle 7">
            <a:extLst>
              <a:ext uri="{FF2B5EF4-FFF2-40B4-BE49-F238E27FC236}">
                <a16:creationId xmlns:a16="http://schemas.microsoft.com/office/drawing/2014/main" id="{BD941EBF-BC0D-7AE2-1563-E2A3501EDAD4}"/>
              </a:ext>
            </a:extLst>
          </p:cNvPr>
          <p:cNvSpPr>
            <a:spLocks/>
          </p:cNvSpPr>
          <p:nvPr/>
        </p:nvSpPr>
        <p:spPr>
          <a:xfrm>
            <a:off x="0" y="0"/>
            <a:ext cx="3838575" cy="17811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Rounded Rectangle 7">
            <a:extLst>
              <a:ext uri="{FF2B5EF4-FFF2-40B4-BE49-F238E27FC236}">
                <a16:creationId xmlns:a16="http://schemas.microsoft.com/office/drawing/2014/main" id="{9F6CBAA0-A354-33A9-CF8B-86261AD013C2}"/>
              </a:ext>
            </a:extLst>
          </p:cNvPr>
          <p:cNvSpPr>
            <a:spLocks/>
          </p:cNvSpPr>
          <p:nvPr/>
        </p:nvSpPr>
        <p:spPr>
          <a:xfrm>
            <a:off x="0" y="0"/>
            <a:ext cx="3838575" cy="17811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Rounded Rectangle 7">
            <a:extLst>
              <a:ext uri="{FF2B5EF4-FFF2-40B4-BE49-F238E27FC236}">
                <a16:creationId xmlns:a16="http://schemas.microsoft.com/office/drawing/2014/main" id="{D5FAAF3B-4F12-0419-11CF-D408B79DFD16}"/>
              </a:ext>
            </a:extLst>
          </p:cNvPr>
          <p:cNvSpPr>
            <a:spLocks/>
          </p:cNvSpPr>
          <p:nvPr/>
        </p:nvSpPr>
        <p:spPr>
          <a:xfrm>
            <a:off x="0" y="0"/>
            <a:ext cx="3838575" cy="17811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E55AAC3E-9D57-E37A-1DD6-77B6067FD28E}"/>
              </a:ext>
            </a:extLst>
          </p:cNvPr>
          <p:cNvSpPr>
            <a:spLocks/>
          </p:cNvSpPr>
          <p:nvPr/>
        </p:nvSpPr>
        <p:spPr>
          <a:xfrm>
            <a:off x="0" y="0"/>
            <a:ext cx="3838575" cy="17811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ounded Rectangle 7">
            <a:extLst>
              <a:ext uri="{FF2B5EF4-FFF2-40B4-BE49-F238E27FC236}">
                <a16:creationId xmlns:a16="http://schemas.microsoft.com/office/drawing/2014/main" id="{552FD9FB-431F-9E9C-9126-955DB2DE4FB5}"/>
              </a:ext>
            </a:extLst>
          </p:cNvPr>
          <p:cNvSpPr>
            <a:spLocks/>
          </p:cNvSpPr>
          <p:nvPr/>
        </p:nvSpPr>
        <p:spPr>
          <a:xfrm>
            <a:off x="0" y="0"/>
            <a:ext cx="3838575" cy="17811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Rounded Rectangle 7">
            <a:extLst>
              <a:ext uri="{FF2B5EF4-FFF2-40B4-BE49-F238E27FC236}">
                <a16:creationId xmlns:a16="http://schemas.microsoft.com/office/drawing/2014/main" id="{D316D4DE-FB4B-6587-6086-BCD645435BF9}"/>
              </a:ext>
            </a:extLst>
          </p:cNvPr>
          <p:cNvSpPr>
            <a:spLocks/>
          </p:cNvSpPr>
          <p:nvPr/>
        </p:nvSpPr>
        <p:spPr>
          <a:xfrm>
            <a:off x="0" y="0"/>
            <a:ext cx="3838575" cy="17811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Rounded Rectangle 7">
            <a:extLst>
              <a:ext uri="{FF2B5EF4-FFF2-40B4-BE49-F238E27FC236}">
                <a16:creationId xmlns:a16="http://schemas.microsoft.com/office/drawing/2014/main" id="{0A475303-3EBE-F089-F27F-592413ADDE35}"/>
              </a:ext>
            </a:extLst>
          </p:cNvPr>
          <p:cNvSpPr>
            <a:spLocks/>
          </p:cNvSpPr>
          <p:nvPr/>
        </p:nvSpPr>
        <p:spPr>
          <a:xfrm>
            <a:off x="0" y="0"/>
            <a:ext cx="3838575" cy="17811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Rounded Rectangle 7">
            <a:extLst>
              <a:ext uri="{FF2B5EF4-FFF2-40B4-BE49-F238E27FC236}">
                <a16:creationId xmlns:a16="http://schemas.microsoft.com/office/drawing/2014/main" id="{D54CDD51-8815-FB41-7873-9E214DD60235}"/>
              </a:ext>
            </a:extLst>
          </p:cNvPr>
          <p:cNvSpPr>
            <a:spLocks/>
          </p:cNvSpPr>
          <p:nvPr/>
        </p:nvSpPr>
        <p:spPr>
          <a:xfrm>
            <a:off x="0" y="0"/>
            <a:ext cx="3838575" cy="17811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Rounded Rectangle 7">
            <a:extLst>
              <a:ext uri="{FF2B5EF4-FFF2-40B4-BE49-F238E27FC236}">
                <a16:creationId xmlns:a16="http://schemas.microsoft.com/office/drawing/2014/main" id="{DAC25F51-6503-EE28-AF4C-758FFB6ACF7D}"/>
              </a:ext>
            </a:extLst>
          </p:cNvPr>
          <p:cNvSpPr>
            <a:spLocks/>
          </p:cNvSpPr>
          <p:nvPr/>
        </p:nvSpPr>
        <p:spPr>
          <a:xfrm>
            <a:off x="0" y="0"/>
            <a:ext cx="3838575" cy="17811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Rounded Rectangle 7">
            <a:extLst>
              <a:ext uri="{FF2B5EF4-FFF2-40B4-BE49-F238E27FC236}">
                <a16:creationId xmlns:a16="http://schemas.microsoft.com/office/drawing/2014/main" id="{14F6F798-35DB-DDEE-4F65-ED1007BF865A}"/>
              </a:ext>
            </a:extLst>
          </p:cNvPr>
          <p:cNvSpPr>
            <a:spLocks/>
          </p:cNvSpPr>
          <p:nvPr/>
        </p:nvSpPr>
        <p:spPr>
          <a:xfrm>
            <a:off x="0" y="0"/>
            <a:ext cx="3838575" cy="178117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6EF2B347-ED82-6675-B9F9-075A5FF74D19}"/>
              </a:ext>
            </a:extLst>
          </p:cNvPr>
          <p:cNvSpPr>
            <a:spLocks/>
          </p:cNvSpPr>
          <p:nvPr/>
        </p:nvSpPr>
        <p:spPr>
          <a:xfrm>
            <a:off x="0" y="0"/>
            <a:ext cx="1703130" cy="359707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37695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placehold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contain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contain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ER" val="container"/>
</p:tagLst>
</file>

<file path=ppt/theme/theme1.xml><?xml version="1.0" encoding="utf-8"?>
<a:theme xmlns:a="http://schemas.openxmlformats.org/drawingml/2006/main" name="Default Theme">
  <a:themeElements>
    <a:clrScheme name="自定义 2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D82FC"/>
      </a:accent1>
      <a:accent2>
        <a:srgbClr val="004AFB"/>
      </a:accent2>
      <a:accent3>
        <a:srgbClr val="FFF000"/>
      </a:accent3>
      <a:accent4>
        <a:srgbClr val="0F9ED5"/>
      </a:accent4>
      <a:accent5>
        <a:srgbClr val="004AFB"/>
      </a:accent5>
      <a:accent6>
        <a:srgbClr val="4EA72E"/>
      </a:accent6>
      <a:hlink>
        <a:srgbClr val="467886"/>
      </a:hlink>
      <a:folHlink>
        <a:srgbClr val="96607D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kern="1200" cap="none" spc="0" normalizeH="0" baseline="0" noProof="0" dirty="0" smtClean="0">
            <a:ln>
              <a:noFill/>
            </a:ln>
            <a:solidFill>
              <a:prstClr val="black">
                <a:lumMod val="85000"/>
                <a:lumOff val="15000"/>
              </a:prstClr>
            </a:solidFill>
            <a:effectLst/>
            <a:uLnTx/>
            <a:uFillTx/>
            <a:latin typeface="微软雅黑" panose="020B0503020204020204" pitchFamily="34" charset="-122"/>
            <a:ea typeface="微软雅黑" panose="020B0503020204020204" pitchFamily="34" charset="-122"/>
            <a:sym typeface="HarmonyOS Sans SC Thin" panose="00000200000000000000" pitchFamily="2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efault Theme" id="{735F1895-9CA1-43D6-BCDB-5C5C2DA0107A}" vid="{A6D81D6D-2102-4EC3-9826-004D2AFADC6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486</TotalTime>
  <Words>0</Words>
  <Application>Microsoft Office PowerPoint</Application>
  <PresentationFormat>宽屏</PresentationFormat>
  <Paragraphs>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OPPOSans B</vt:lpstr>
      <vt:lpstr>OPPOSans R</vt:lpstr>
      <vt:lpstr>微软雅黑</vt:lpstr>
      <vt:lpstr>Arial</vt:lpstr>
      <vt:lpstr>Gilroy Black</vt:lpstr>
      <vt:lpstr>Hanson</vt:lpstr>
      <vt:lpstr>Default Theme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俊涛 王</dc:creator>
  <cp:lastModifiedBy>俊涛 王</cp:lastModifiedBy>
  <cp:revision>16</cp:revision>
  <dcterms:created xsi:type="dcterms:W3CDTF">2025-05-19T09:18:22Z</dcterms:created>
  <dcterms:modified xsi:type="dcterms:W3CDTF">2025-05-21T14:33:00Z</dcterms:modified>
</cp:coreProperties>
</file>