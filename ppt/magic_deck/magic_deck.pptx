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0" userDrawn="1">
          <p15:clr>
            <a:srgbClr val="A4A3A4"/>
          </p15:clr>
        </p15:guide>
        <p15:guide id="2" orient="horz" pos="3896" userDrawn="1">
          <p15:clr>
            <a:srgbClr val="A4A3A4"/>
          </p15:clr>
        </p15:guide>
        <p15:guide id="3" pos="536" userDrawn="1">
          <p15:clr>
            <a:srgbClr val="A4A3A4"/>
          </p15:clr>
        </p15:guide>
        <p15:guide id="4" pos="7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90" autoAdjust="0"/>
  </p:normalViewPr>
  <p:slideViewPr>
    <p:cSldViewPr snapToGrid="0" showGuides="1">
      <p:cViewPr varScale="1">
        <p:scale>
          <a:sx n="59" d="100"/>
          <a:sy n="59" d="100"/>
        </p:scale>
        <p:origin x="33" y="1119"/>
      </p:cViewPr>
      <p:guideLst>
        <p:guide orient="horz" pos="840"/>
        <p:guide orient="horz" pos="3896"/>
        <p:guide pos="536"/>
        <p:guide pos="71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511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>
            <a:extLst>
              <a:ext uri="{FF2B5EF4-FFF2-40B4-BE49-F238E27FC236}">
                <a16:creationId xmlns:a16="http://schemas.microsoft.com/office/drawing/2014/main" id="{CDCAF8E1-0446-5265-B2EE-B5C3E8D7E2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0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DEDF03-F57F-36AA-1D62-D1F5652BAE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64EF7D-9B74-5FBE-D91D-191F0EB57C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1C55ABD6-1205-3D44-5AC9-8C5E910CF0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BB6A4D7F-D1FC-9B45-40C7-DF68C0DABD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E8A0CC80-655F-5386-A201-8425392243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0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683A59B8-2931-9AE0-B617-B580D8D64B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10" name="矩形 2">
            <a:extLst>
              <a:ext uri="{FF2B5EF4-FFF2-40B4-BE49-F238E27FC236}">
                <a16:creationId xmlns:a16="http://schemas.microsoft.com/office/drawing/2014/main" id="{0EB6D4DC-81F2-63BD-0F89-268D12732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3" name="页面-上">
            <a:extLst>
              <a:ext uri="{FF2B5EF4-FFF2-40B4-BE49-F238E27FC236}">
                <a16:creationId xmlns:a16="http://schemas.microsoft.com/office/drawing/2014/main" id="{4AF16724-0060-3A4F-C1FA-7385873CD12E}"/>
              </a:ext>
            </a:extLst>
          </p:cNvPr>
          <p:cNvSpPr/>
          <p:nvPr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3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gic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black_container_style_6">
            <a:extLst>
              <a:ext uri="{FF2B5EF4-FFF2-40B4-BE49-F238E27FC236}">
                <a16:creationId xmlns:a16="http://schemas.microsoft.com/office/drawing/2014/main" id="{6AE7FB77-6AC6-F74E-6940-DEA2A4751360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0" y="5957714"/>
            <a:ext cx="2203891" cy="900287"/>
          </a:xfrm>
          <a:prstGeom prst="rect">
            <a:avLst/>
          </a:prstGeom>
          <a:solidFill>
            <a:srgbClr val="7030A0"/>
          </a:solidFill>
          <a:ln w="95250">
            <a:gradFill>
              <a:gsLst>
                <a:gs pos="0">
                  <a:srgbClr val="7030A0">
                    <a:alpha val="0"/>
                  </a:srgbClr>
                </a:gs>
                <a:gs pos="71000">
                  <a:srgbClr val="7030A0"/>
                </a:gs>
              </a:gsLst>
              <a:lin ang="5400000" scaled="1"/>
            </a:gradFill>
          </a:ln>
          <a:effectLst>
            <a:outerShdw blurRad="317500" dist="698500" dir="2700000" algn="tl" rotWithShape="0">
              <a:srgbClr val="FFC000">
                <a:alpha val="63000"/>
              </a:srgb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88" name="black_container_style_5">
            <a:extLst>
              <a:ext uri="{FF2B5EF4-FFF2-40B4-BE49-F238E27FC236}">
                <a16:creationId xmlns:a16="http://schemas.microsoft.com/office/drawing/2014/main" id="{1F13032D-60A4-00A6-236C-DC46CC7B817F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0" y="4766170"/>
            <a:ext cx="2203891" cy="900287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endParaRPr lang="zh-CN" altLang="en-US" sz="997">
              <a:solidFill>
                <a:schemeClr val="bg1"/>
              </a:solidFill>
            </a:endParaRPr>
          </a:p>
        </p:txBody>
      </p:sp>
      <p:sp>
        <p:nvSpPr>
          <p:cNvPr id="87" name="black_container_style_4">
            <a:extLst>
              <a:ext uri="{FF2B5EF4-FFF2-40B4-BE49-F238E27FC236}">
                <a16:creationId xmlns:a16="http://schemas.microsoft.com/office/drawing/2014/main" id="{B400ACF9-3083-4E2B-019D-4783D37CF0B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0" y="3574628"/>
            <a:ext cx="2203891" cy="900287"/>
          </a:xfrm>
          <a:prstGeom prst="rect">
            <a:avLst/>
          </a:prstGeom>
          <a:solidFill>
            <a:srgbClr val="92D050"/>
          </a:solidFill>
          <a:ln w="12700" cap="rnd">
            <a:noFill/>
            <a:prstDash val="solid"/>
            <a:round/>
          </a:ln>
          <a:effectLst>
            <a:outerShdw blurRad="251968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86" name="black_container_style_3">
            <a:extLst>
              <a:ext uri="{FF2B5EF4-FFF2-40B4-BE49-F238E27FC236}">
                <a16:creationId xmlns:a16="http://schemas.microsoft.com/office/drawing/2014/main" id="{B4FA58BE-E3BB-7B30-C104-5249F48157A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0" y="2383085"/>
            <a:ext cx="2203891" cy="900287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90500" dist="63500" dir="54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black_container_style_2">
            <a:extLst>
              <a:ext uri="{FF2B5EF4-FFF2-40B4-BE49-F238E27FC236}">
                <a16:creationId xmlns:a16="http://schemas.microsoft.com/office/drawing/2014/main" id="{395B9373-1434-966C-0D71-57C6B0E5176A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>
          <a:xfrm>
            <a:off x="0" y="1191544"/>
            <a:ext cx="2203891" cy="900287"/>
          </a:xfrm>
          <a:prstGeom prst="rect">
            <a:avLst/>
          </a:prstGeom>
          <a:solidFill>
            <a:srgbClr val="FFC000"/>
          </a:solidFill>
          <a:ln w="12700" cap="rnd">
            <a:noFill/>
            <a:prstDash val="solid"/>
            <a:round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>
              <a:solidFill>
                <a:schemeClr val="bg1"/>
              </a:solidFill>
              <a:ea typeface="OPPOSans B" panose="00020600040101010101" pitchFamily="18" charset="-122"/>
            </a:endParaRPr>
          </a:p>
        </p:txBody>
      </p:sp>
      <p:sp>
        <p:nvSpPr>
          <p:cNvPr id="34" name="black_container_style_1">
            <a:extLst>
              <a:ext uri="{FF2B5EF4-FFF2-40B4-BE49-F238E27FC236}">
                <a16:creationId xmlns:a16="http://schemas.microsoft.com/office/drawing/2014/main" id="{7523F263-D600-4DC2-F4C8-E49EE513C9A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0" y="1"/>
            <a:ext cx="2203891" cy="900287"/>
          </a:xfrm>
          <a:prstGeom prst="rect">
            <a:avLst/>
          </a:prstGeom>
          <a:solidFill>
            <a:srgbClr val="C00000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26759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heme/theme1.xml><?xml version="1.0" encoding="utf-8"?>
<a:theme xmlns:a="http://schemas.openxmlformats.org/drawingml/2006/main" name="Default Theme">
  <a:themeElements>
    <a:clrScheme name="自定义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D82FC"/>
      </a:accent1>
      <a:accent2>
        <a:srgbClr val="004AFB"/>
      </a:accent2>
      <a:accent3>
        <a:srgbClr val="FFF000"/>
      </a:accent3>
      <a:accent4>
        <a:srgbClr val="0F9ED5"/>
      </a:accent4>
      <a:accent5>
        <a:srgbClr val="004AFB"/>
      </a:accent5>
      <a:accent6>
        <a:srgbClr val="4EA72E"/>
      </a:accent6>
      <a:hlink>
        <a:srgbClr val="467886"/>
      </a:hlink>
      <a:folHlink>
        <a:srgbClr val="96607D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kern="1200" cap="none" spc="0" normalizeH="0" baseline="0" noProof="0" dirty="0" smtClean="0">
            <a:ln>
              <a:noFill/>
            </a:ln>
            <a:solidFill>
              <a:prstClr val="black">
                <a:lumMod val="85000"/>
                <a:lumOff val="15000"/>
              </a:prstClr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HarmonyOS Sans SC Thin" panose="00000200000000000000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735F1895-9CA1-43D6-BCDB-5C5C2DA0107A}" vid="{A6D81D6D-2102-4EC3-9826-004D2AFA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569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OPPOSans B</vt:lpstr>
      <vt:lpstr>OPPOSans R</vt:lpstr>
      <vt:lpstr>微软雅黑</vt:lpstr>
      <vt:lpstr>Arial</vt:lpstr>
      <vt:lpstr>Default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俊涛 王</dc:creator>
  <cp:lastModifiedBy>俊涛 王</cp:lastModifiedBy>
  <cp:revision>24</cp:revision>
  <dcterms:created xsi:type="dcterms:W3CDTF">2025-05-19T09:18:22Z</dcterms:created>
  <dcterms:modified xsi:type="dcterms:W3CDTF">2025-05-23T11:05:32Z</dcterms:modified>
</cp:coreProperties>
</file>